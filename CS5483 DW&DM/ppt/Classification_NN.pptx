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360" r:id="rId3"/>
    <p:sldId id="361" r:id="rId4"/>
    <p:sldId id="367" r:id="rId5"/>
    <p:sldId id="366" r:id="rId6"/>
    <p:sldId id="369" r:id="rId7"/>
    <p:sldId id="370" r:id="rId8"/>
    <p:sldId id="359" r:id="rId9"/>
    <p:sldId id="363" r:id="rId10"/>
    <p:sldId id="358" r:id="rId11"/>
    <p:sldId id="336" r:id="rId12"/>
  </p:sldIdLst>
  <p:sldSz cx="12192000" cy="6858000"/>
  <p:notesSz cx="6858000" cy="9144000"/>
  <p:embeddedFontLst>
    <p:embeddedFont>
      <p:font typeface="Cambria Math" panose="02040503050406030204" pitchFamily="18" charset="0"/>
      <p:regular r:id="rId15"/>
    </p:embeddedFont>
    <p:embeddedFont>
      <p:font typeface="Century Gothic" panose="020B0502020202020204" pitchFamily="34" charset="0"/>
      <p:regular r:id="rId16"/>
      <p:bold r:id="rId17"/>
      <p:italic r:id="rId18"/>
      <p:boldItalic r:id="rId19"/>
    </p:embeddedFon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Wingdings 3" panose="05040102010807070707" pitchFamily="18" charset="2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3F1A74-5D79-4492-B5E3-297C503D59D0}" v="143" dt="2024-02-08T08:17:59.8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78999" autoAdjust="0"/>
  </p:normalViewPr>
  <p:slideViewPr>
    <p:cSldViewPr snapToGrid="0">
      <p:cViewPr varScale="1">
        <p:scale>
          <a:sx n="89" d="100"/>
          <a:sy n="89" d="100"/>
        </p:scale>
        <p:origin x="3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1" d="100"/>
          <a:sy n="71" d="100"/>
        </p:scale>
        <p:origin x="2460" y="2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ng Chan" userId="d7da794639b52171" providerId="LiveId" clId="{E996DE0D-0492-4E18-90D7-99F897DC1B87}"/>
    <pc:docChg chg="modSld">
      <pc:chgData name="Chung Chan" userId="d7da794639b52171" providerId="LiveId" clId="{E996DE0D-0492-4E18-90D7-99F897DC1B87}" dt="2021-02-24T07:26:19.994" v="10" actId="20577"/>
      <pc:docMkLst>
        <pc:docMk/>
      </pc:docMkLst>
      <pc:sldChg chg="modSp">
        <pc:chgData name="Chung Chan" userId="d7da794639b52171" providerId="LiveId" clId="{E996DE0D-0492-4E18-90D7-99F897DC1B87}" dt="2021-02-24T07:26:19.994" v="10" actId="20577"/>
        <pc:sldMkLst>
          <pc:docMk/>
          <pc:sldMk cId="3135878589" sldId="358"/>
        </pc:sldMkLst>
        <pc:spChg chg="mod">
          <ac:chgData name="Chung Chan" userId="d7da794639b52171" providerId="LiveId" clId="{E996DE0D-0492-4E18-90D7-99F897DC1B87}" dt="2021-02-24T07:26:19.994" v="10" actId="20577"/>
          <ac:spMkLst>
            <pc:docMk/>
            <pc:sldMk cId="3135878589" sldId="358"/>
            <ac:spMk id="3" creationId="{4DBDD216-1CDB-4080-B0BE-A79DD83DFD26}"/>
          </ac:spMkLst>
        </pc:spChg>
      </pc:sldChg>
    </pc:docChg>
  </pc:docChgLst>
  <pc:docChgLst>
    <pc:chgData name="Chung Chan" userId="d7da794639b52171" providerId="LiveId" clId="{96656D98-DD1F-4839-BBA7-8DA141ADC53D}"/>
    <pc:docChg chg="undo custSel mod addSld delSld modSld sldOrd">
      <pc:chgData name="Chung Chan" userId="d7da794639b52171" providerId="LiveId" clId="{96656D98-DD1F-4839-BBA7-8DA141ADC53D}" dt="2020-02-12T11:35:26.455" v="3274" actId="20577"/>
      <pc:docMkLst>
        <pc:docMk/>
      </pc:docMkLst>
      <pc:sldChg chg="modSp">
        <pc:chgData name="Chung Chan" userId="d7da794639b52171" providerId="LiveId" clId="{96656D98-DD1F-4839-BBA7-8DA141ADC53D}" dt="2020-01-29T02:35:20.257" v="1" actId="20577"/>
        <pc:sldMkLst>
          <pc:docMk/>
          <pc:sldMk cId="2188911461" sldId="256"/>
        </pc:sldMkLst>
        <pc:spChg chg="mod">
          <ac:chgData name="Chung Chan" userId="d7da794639b52171" providerId="LiveId" clId="{96656D98-DD1F-4839-BBA7-8DA141ADC53D}" dt="2020-01-29T02:35:20.257" v="1" actId="20577"/>
          <ac:spMkLst>
            <pc:docMk/>
            <pc:sldMk cId="2188911461" sldId="256"/>
            <ac:spMk id="3" creationId="{23F51099-156D-445A-92F9-38CE5A7FD372}"/>
          </ac:spMkLst>
        </pc:spChg>
      </pc:sldChg>
      <pc:sldChg chg="addSp del">
        <pc:chgData name="Chung Chan" userId="d7da794639b52171" providerId="LiveId" clId="{96656D98-DD1F-4839-BBA7-8DA141ADC53D}" dt="2020-02-12T10:39:20.447" v="2579" actId="47"/>
        <pc:sldMkLst>
          <pc:docMk/>
          <pc:sldMk cId="4037351071" sldId="351"/>
        </pc:sldMkLst>
        <pc:inkChg chg="add">
          <ac:chgData name="Chung Chan" userId="d7da794639b52171" providerId="LiveId" clId="{96656D98-DD1F-4839-BBA7-8DA141ADC53D}" dt="2020-02-12T07:31:08.151" v="2"/>
          <ac:inkMkLst>
            <pc:docMk/>
            <pc:sldMk cId="4037351071" sldId="351"/>
            <ac:inkMk id="4" creationId="{54BC96D0-26D2-4657-8806-B45B6F1EA5DE}"/>
          </ac:inkMkLst>
        </pc:inkChg>
      </pc:sldChg>
      <pc:sldChg chg="addSp del">
        <pc:chgData name="Chung Chan" userId="d7da794639b52171" providerId="LiveId" clId="{96656D98-DD1F-4839-BBA7-8DA141ADC53D}" dt="2020-02-12T10:39:20.447" v="2579" actId="47"/>
        <pc:sldMkLst>
          <pc:docMk/>
          <pc:sldMk cId="2226218815" sldId="355"/>
        </pc:sldMkLst>
        <pc:inkChg chg="add">
          <ac:chgData name="Chung Chan" userId="d7da794639b52171" providerId="LiveId" clId="{96656D98-DD1F-4839-BBA7-8DA141ADC53D}" dt="2020-02-12T07:31:08.151" v="2"/>
          <ac:inkMkLst>
            <pc:docMk/>
            <pc:sldMk cId="2226218815" sldId="355"/>
            <ac:inkMk id="6" creationId="{EFEDECF1-DE4F-4101-9CB4-24CC31A06CA7}"/>
          </ac:inkMkLst>
        </pc:inkChg>
      </pc:sldChg>
      <pc:sldChg chg="addSp delSp modSp ord delAnim modAnim">
        <pc:chgData name="Chung Chan" userId="d7da794639b52171" providerId="LiveId" clId="{96656D98-DD1F-4839-BBA7-8DA141ADC53D}" dt="2020-02-12T11:24:59.501" v="3029" actId="6549"/>
        <pc:sldMkLst>
          <pc:docMk/>
          <pc:sldMk cId="3135878589" sldId="358"/>
        </pc:sldMkLst>
        <pc:spChg chg="mod">
          <ac:chgData name="Chung Chan" userId="d7da794639b52171" providerId="LiveId" clId="{96656D98-DD1F-4839-BBA7-8DA141ADC53D}" dt="2020-02-12T11:19:25.424" v="2934" actId="1076"/>
          <ac:spMkLst>
            <pc:docMk/>
            <pc:sldMk cId="3135878589" sldId="358"/>
            <ac:spMk id="5" creationId="{871786C8-7A63-4ABD-8158-9ED6971BE4A4}"/>
          </ac:spMkLst>
        </pc:spChg>
        <pc:spChg chg="mod">
          <ac:chgData name="Chung Chan" userId="d7da794639b52171" providerId="LiveId" clId="{96656D98-DD1F-4839-BBA7-8DA141ADC53D}" dt="2020-02-12T11:19:25.424" v="2934" actId="1076"/>
          <ac:spMkLst>
            <pc:docMk/>
            <pc:sldMk cId="3135878589" sldId="358"/>
            <ac:spMk id="6" creationId="{D52EBE7A-347D-4262-8109-4D934BCCB0AC}"/>
          </ac:spMkLst>
        </pc:spChg>
        <pc:spChg chg="add mod">
          <ac:chgData name="Chung Chan" userId="d7da794639b52171" providerId="LiveId" clId="{96656D98-DD1F-4839-BBA7-8DA141ADC53D}" dt="2020-02-12T11:24:23.589" v="3001" actId="20577"/>
          <ac:spMkLst>
            <pc:docMk/>
            <pc:sldMk cId="3135878589" sldId="358"/>
            <ac:spMk id="10" creationId="{E9083D1D-BDC6-48DD-9148-C87C0C0CF613}"/>
          </ac:spMkLst>
        </pc:spChg>
        <pc:spChg chg="mod ord">
          <ac:chgData name="Chung Chan" userId="d7da794639b52171" providerId="LiveId" clId="{96656D98-DD1F-4839-BBA7-8DA141ADC53D}" dt="2020-02-12T11:19:25.424" v="2934" actId="1076"/>
          <ac:spMkLst>
            <pc:docMk/>
            <pc:sldMk cId="3135878589" sldId="358"/>
            <ac:spMk id="35" creationId="{5D06544D-B650-405F-B06F-1CD6DF37FE9C}"/>
          </ac:spMkLst>
        </pc:spChg>
        <pc:spChg chg="add mod">
          <ac:chgData name="Chung Chan" userId="d7da794639b52171" providerId="LiveId" clId="{96656D98-DD1F-4839-BBA7-8DA141ADC53D}" dt="2020-02-12T11:24:59.501" v="3029" actId="6549"/>
          <ac:spMkLst>
            <pc:docMk/>
            <pc:sldMk cId="3135878589" sldId="358"/>
            <ac:spMk id="41" creationId="{9CA4D0E4-91D8-4D53-8DF3-4A77E4F1C5BA}"/>
          </ac:spMkLst>
        </pc:spChg>
        <pc:spChg chg="mod">
          <ac:chgData name="Chung Chan" userId="d7da794639b52171" providerId="LiveId" clId="{96656D98-DD1F-4839-BBA7-8DA141ADC53D}" dt="2020-02-12T11:19:25.424" v="2934" actId="1076"/>
          <ac:spMkLst>
            <pc:docMk/>
            <pc:sldMk cId="3135878589" sldId="358"/>
            <ac:spMk id="43" creationId="{0FA481E8-7E79-4966-BD21-7F38FD51E780}"/>
          </ac:spMkLst>
        </pc:spChg>
        <pc:spChg chg="mod">
          <ac:chgData name="Chung Chan" userId="d7da794639b52171" providerId="LiveId" clId="{96656D98-DD1F-4839-BBA7-8DA141ADC53D}" dt="2020-02-12T11:19:25.424" v="2934" actId="1076"/>
          <ac:spMkLst>
            <pc:docMk/>
            <pc:sldMk cId="3135878589" sldId="358"/>
            <ac:spMk id="45" creationId="{AEB863AA-5406-41B0-9807-314682D0464D}"/>
          </ac:spMkLst>
        </pc:spChg>
        <pc:grpChg chg="add mod">
          <ac:chgData name="Chung Chan" userId="d7da794639b52171" providerId="LiveId" clId="{96656D98-DD1F-4839-BBA7-8DA141ADC53D}" dt="2020-02-12T10:35:25.961" v="2543" actId="164"/>
          <ac:grpSpMkLst>
            <pc:docMk/>
            <pc:sldMk cId="3135878589" sldId="358"/>
            <ac:grpSpMk id="9" creationId="{4BFD39E5-C841-4B81-8E75-0BB79698FF24}"/>
          </ac:grpSpMkLst>
        </pc:grpChg>
        <pc:grpChg chg="mod">
          <ac:chgData name="Chung Chan" userId="d7da794639b52171" providerId="LiveId" clId="{96656D98-DD1F-4839-BBA7-8DA141ADC53D}" dt="2020-02-12T11:19:25.424" v="2934" actId="1076"/>
          <ac:grpSpMkLst>
            <pc:docMk/>
            <pc:sldMk cId="3135878589" sldId="358"/>
            <ac:grpSpMk id="19" creationId="{10C9B457-D11E-443D-9155-8024C2629B3D}"/>
          </ac:grpSpMkLst>
        </pc:grpChg>
        <pc:grpChg chg="del">
          <ac:chgData name="Chung Chan" userId="d7da794639b52171" providerId="LiveId" clId="{96656D98-DD1F-4839-BBA7-8DA141ADC53D}" dt="2020-02-12T10:35:10.850" v="2540" actId="21"/>
          <ac:grpSpMkLst>
            <pc:docMk/>
            <pc:sldMk cId="3135878589" sldId="358"/>
            <ac:grpSpMk id="38" creationId="{C2EE4488-302E-4FB2-A0CE-62E5BB94AB50}"/>
          </ac:grpSpMkLst>
        </pc:grpChg>
        <pc:inkChg chg="add del">
          <ac:chgData name="Chung Chan" userId="d7da794639b52171" providerId="LiveId" clId="{96656D98-DD1F-4839-BBA7-8DA141ADC53D}" dt="2020-02-12T10:34:34.536" v="2537" actId="478"/>
          <ac:inkMkLst>
            <pc:docMk/>
            <pc:sldMk cId="3135878589" sldId="358"/>
            <ac:inkMk id="8" creationId="{93FB4FC7-8BC6-4C46-A2E6-B79E0F4C8938}"/>
          </ac:inkMkLst>
        </pc:inkChg>
        <pc:cxnChg chg="add mod ord">
          <ac:chgData name="Chung Chan" userId="d7da794639b52171" providerId="LiveId" clId="{96656D98-DD1F-4839-BBA7-8DA141ADC53D}" dt="2020-02-12T11:19:25.424" v="2934" actId="1076"/>
          <ac:cxnSpMkLst>
            <pc:docMk/>
            <pc:sldMk cId="3135878589" sldId="358"/>
            <ac:cxnSpMk id="36" creationId="{3F09A96F-EFD4-4F88-8596-E86DB518B9F9}"/>
          </ac:cxnSpMkLst>
        </pc:cxnChg>
        <pc:cxnChg chg="add mod ord">
          <ac:chgData name="Chung Chan" userId="d7da794639b52171" providerId="LiveId" clId="{96656D98-DD1F-4839-BBA7-8DA141ADC53D}" dt="2020-02-12T11:19:25.424" v="2934" actId="1076"/>
          <ac:cxnSpMkLst>
            <pc:docMk/>
            <pc:sldMk cId="3135878589" sldId="358"/>
            <ac:cxnSpMk id="37" creationId="{281FDC08-9AA7-4484-94A2-BEE0BB62FABC}"/>
          </ac:cxnSpMkLst>
        </pc:cxnChg>
        <pc:cxnChg chg="del topLvl">
          <ac:chgData name="Chung Chan" userId="d7da794639b52171" providerId="LiveId" clId="{96656D98-DD1F-4839-BBA7-8DA141ADC53D}" dt="2020-02-12T10:35:10.850" v="2540" actId="21"/>
          <ac:cxnSpMkLst>
            <pc:docMk/>
            <pc:sldMk cId="3135878589" sldId="358"/>
            <ac:cxnSpMk id="39" creationId="{9104B11B-1FF7-452A-A187-994D99EBD1DA}"/>
          </ac:cxnSpMkLst>
        </pc:cxnChg>
        <pc:cxnChg chg="del">
          <ac:chgData name="Chung Chan" userId="d7da794639b52171" providerId="LiveId" clId="{96656D98-DD1F-4839-BBA7-8DA141ADC53D}" dt="2020-02-12T10:35:10.850" v="2540" actId="21"/>
          <ac:cxnSpMkLst>
            <pc:docMk/>
            <pc:sldMk cId="3135878589" sldId="358"/>
            <ac:cxnSpMk id="40" creationId="{A51B120D-FB93-4607-9112-19F26FE7BB03}"/>
          </ac:cxnSpMkLst>
        </pc:cxnChg>
        <pc:cxnChg chg="mod topLvl">
          <ac:chgData name="Chung Chan" userId="d7da794639b52171" providerId="LiveId" clId="{96656D98-DD1F-4839-BBA7-8DA141ADC53D}" dt="2020-02-12T11:19:25.424" v="2934" actId="1076"/>
          <ac:cxnSpMkLst>
            <pc:docMk/>
            <pc:sldMk cId="3135878589" sldId="358"/>
            <ac:cxnSpMk id="46" creationId="{B07E558F-98D3-439F-932E-75925767F3BF}"/>
          </ac:cxnSpMkLst>
        </pc:cxnChg>
      </pc:sldChg>
      <pc:sldChg chg="addSp modSp add del modAnim">
        <pc:chgData name="Chung Chan" userId="d7da794639b52171" providerId="LiveId" clId="{96656D98-DD1F-4839-BBA7-8DA141ADC53D}" dt="2020-02-12T11:18:40.125" v="2933"/>
        <pc:sldMkLst>
          <pc:docMk/>
          <pc:sldMk cId="1339407268" sldId="359"/>
        </pc:sldMkLst>
        <pc:spChg chg="mod">
          <ac:chgData name="Chung Chan" userId="d7da794639b52171" providerId="LiveId" clId="{96656D98-DD1F-4839-BBA7-8DA141ADC53D}" dt="2020-02-12T11:15:23.894" v="2891" actId="20577"/>
          <ac:spMkLst>
            <pc:docMk/>
            <pc:sldMk cId="1339407268" sldId="359"/>
            <ac:spMk id="2" creationId="{DBE9E06E-16E6-4DA5-923D-F6862EE6340F}"/>
          </ac:spMkLst>
        </pc:spChg>
        <pc:spChg chg="mod">
          <ac:chgData name="Chung Chan" userId="d7da794639b52171" providerId="LiveId" clId="{96656D98-DD1F-4839-BBA7-8DA141ADC53D}" dt="2020-02-12T11:17:22.656" v="2930" actId="15"/>
          <ac:spMkLst>
            <pc:docMk/>
            <pc:sldMk cId="1339407268" sldId="359"/>
            <ac:spMk id="3" creationId="{F3C1280B-AC9B-4526-9C12-EEC874F03E12}"/>
          </ac:spMkLst>
        </pc:spChg>
        <pc:inkChg chg="add">
          <ac:chgData name="Chung Chan" userId="d7da794639b52171" providerId="LiveId" clId="{96656D98-DD1F-4839-BBA7-8DA141ADC53D}" dt="2020-02-12T07:31:08.151" v="2"/>
          <ac:inkMkLst>
            <pc:docMk/>
            <pc:sldMk cId="1339407268" sldId="359"/>
            <ac:inkMk id="5" creationId="{50E52800-39FC-4D35-94F9-FB93048F29FC}"/>
          </ac:inkMkLst>
        </pc:inkChg>
      </pc:sldChg>
      <pc:sldChg chg="addSp delSp modSp delAnim modAnim">
        <pc:chgData name="Chung Chan" userId="d7da794639b52171" providerId="LiveId" clId="{96656D98-DD1F-4839-BBA7-8DA141ADC53D}" dt="2020-02-12T08:53:36.218" v="1151" actId="20577"/>
        <pc:sldMkLst>
          <pc:docMk/>
          <pc:sldMk cId="4086487719" sldId="360"/>
        </pc:sldMkLst>
        <pc:spChg chg="mod">
          <ac:chgData name="Chung Chan" userId="d7da794639b52171" providerId="LiveId" clId="{96656D98-DD1F-4839-BBA7-8DA141ADC53D}" dt="2020-02-12T08:53:36.218" v="1151" actId="20577"/>
          <ac:spMkLst>
            <pc:docMk/>
            <pc:sldMk cId="4086487719" sldId="360"/>
            <ac:spMk id="2" creationId="{8BB1AFA4-B2BF-42D3-AEB9-B92AEA682E0C}"/>
          </ac:spMkLst>
        </pc:spChg>
        <pc:spChg chg="mod">
          <ac:chgData name="Chung Chan" userId="d7da794639b52171" providerId="LiveId" clId="{96656D98-DD1F-4839-BBA7-8DA141ADC53D}" dt="2020-02-12T08:53:28.983" v="1150" actId="20577"/>
          <ac:spMkLst>
            <pc:docMk/>
            <pc:sldMk cId="4086487719" sldId="360"/>
            <ac:spMk id="3" creationId="{ABEF1B84-F013-4DF2-97C5-133D07D41AE7}"/>
          </ac:spMkLst>
        </pc:spChg>
        <pc:spChg chg="add mod">
          <ac:chgData name="Chung Chan" userId="d7da794639b52171" providerId="LiveId" clId="{96656D98-DD1F-4839-BBA7-8DA141ADC53D}" dt="2020-02-12T07:42:26.262" v="62"/>
          <ac:spMkLst>
            <pc:docMk/>
            <pc:sldMk cId="4086487719" sldId="360"/>
            <ac:spMk id="26" creationId="{10C67EC3-C6DB-4EA0-99BA-2142BD610B88}"/>
          </ac:spMkLst>
        </pc:spChg>
        <pc:spChg chg="add mod">
          <ac:chgData name="Chung Chan" userId="d7da794639b52171" providerId="LiveId" clId="{96656D98-DD1F-4839-BBA7-8DA141ADC53D}" dt="2020-02-12T07:42:26.267" v="65"/>
          <ac:spMkLst>
            <pc:docMk/>
            <pc:sldMk cId="4086487719" sldId="360"/>
            <ac:spMk id="29" creationId="{5A3359CF-5CBC-4CEB-B6D6-229711433664}"/>
          </ac:spMkLst>
        </pc:spChg>
        <pc:spChg chg="add mod">
          <ac:chgData name="Chung Chan" userId="d7da794639b52171" providerId="LiveId" clId="{96656D98-DD1F-4839-BBA7-8DA141ADC53D}" dt="2020-02-12T07:42:26.268" v="66"/>
          <ac:spMkLst>
            <pc:docMk/>
            <pc:sldMk cId="4086487719" sldId="360"/>
            <ac:spMk id="30" creationId="{D53D0002-7114-4271-AFD6-CE61BF7FFF21}"/>
          </ac:spMkLst>
        </pc:spChg>
        <pc:spChg chg="add mod">
          <ac:chgData name="Chung Chan" userId="d7da794639b52171" providerId="LiveId" clId="{96656D98-DD1F-4839-BBA7-8DA141ADC53D}" dt="2020-02-12T07:42:26.268" v="67"/>
          <ac:spMkLst>
            <pc:docMk/>
            <pc:sldMk cId="4086487719" sldId="360"/>
            <ac:spMk id="31" creationId="{9C37AC17-F5E9-4670-A126-0D797851F81A}"/>
          </ac:spMkLst>
        </pc:spChg>
        <pc:spChg chg="add del mod">
          <ac:chgData name="Chung Chan" userId="d7da794639b52171" providerId="LiveId" clId="{96656D98-DD1F-4839-BBA7-8DA141ADC53D}" dt="2020-02-12T07:50:23.338" v="142" actId="478"/>
          <ac:spMkLst>
            <pc:docMk/>
            <pc:sldMk cId="4086487719" sldId="360"/>
            <ac:spMk id="32" creationId="{4EE65CE9-7789-4F19-A4B4-3C19C70934E6}"/>
          </ac:spMkLst>
        </pc:spChg>
        <pc:grpChg chg="add mod">
          <ac:chgData name="Chung Chan" userId="d7da794639b52171" providerId="LiveId" clId="{96656D98-DD1F-4839-BBA7-8DA141ADC53D}" dt="2020-02-12T07:42:36.576" v="69" actId="1076"/>
          <ac:grpSpMkLst>
            <pc:docMk/>
            <pc:sldMk cId="4086487719" sldId="360"/>
            <ac:grpSpMk id="6" creationId="{892E69E3-DF95-4187-88E0-C86BAC935FAE}"/>
          </ac:grpSpMkLst>
        </pc:grpChg>
        <pc:grpChg chg="add mod">
          <ac:chgData name="Chung Chan" userId="d7da794639b52171" providerId="LiveId" clId="{96656D98-DD1F-4839-BBA7-8DA141ADC53D}" dt="2020-02-12T07:42:26.262" v="61"/>
          <ac:grpSpMkLst>
            <pc:docMk/>
            <pc:sldMk cId="4086487719" sldId="360"/>
            <ac:grpSpMk id="10" creationId="{0F0A3E2C-CC2C-47C5-ADA2-BB97B1234890}"/>
          </ac:grpSpMkLst>
        </pc:grpChg>
        <pc:inkChg chg="add del">
          <ac:chgData name="Chung Chan" userId="d7da794639b52171" providerId="LiveId" clId="{96656D98-DD1F-4839-BBA7-8DA141ADC53D}" dt="2020-02-12T07:40:51.178" v="43" actId="478"/>
          <ac:inkMkLst>
            <pc:docMk/>
            <pc:sldMk cId="4086487719" sldId="360"/>
            <ac:inkMk id="5" creationId="{C6900F89-F5AE-456E-A2AD-A5766AF03DE4}"/>
          </ac:inkMkLst>
        </pc:inkChg>
        <pc:cxnChg chg="add mod">
          <ac:chgData name="Chung Chan" userId="d7da794639b52171" providerId="LiveId" clId="{96656D98-DD1F-4839-BBA7-8DA141ADC53D}" dt="2020-02-12T07:42:26.260" v="60"/>
          <ac:cxnSpMkLst>
            <pc:docMk/>
            <pc:sldMk cId="4086487719" sldId="360"/>
            <ac:cxnSpMk id="9" creationId="{2C7FB521-68A1-4FB6-962D-B50928B89321}"/>
          </ac:cxnSpMkLst>
        </pc:cxnChg>
        <pc:cxnChg chg="add del mod">
          <ac:chgData name="Chung Chan" userId="d7da794639b52171" providerId="LiveId" clId="{96656D98-DD1F-4839-BBA7-8DA141ADC53D}" dt="2020-02-12T07:50:19.328" v="141" actId="478"/>
          <ac:cxnSpMkLst>
            <pc:docMk/>
            <pc:sldMk cId="4086487719" sldId="360"/>
            <ac:cxnSpMk id="27" creationId="{BA1D2C48-CF9E-4B3A-BC6F-3BAECE399159}"/>
          </ac:cxnSpMkLst>
        </pc:cxnChg>
        <pc:cxnChg chg="add del mod">
          <ac:chgData name="Chung Chan" userId="d7da794639b52171" providerId="LiveId" clId="{96656D98-DD1F-4839-BBA7-8DA141ADC53D}" dt="2020-02-12T07:50:26.579" v="143" actId="478"/>
          <ac:cxnSpMkLst>
            <pc:docMk/>
            <pc:sldMk cId="4086487719" sldId="360"/>
            <ac:cxnSpMk id="28" creationId="{7726C365-01FB-44E1-B84E-2C8F9E056453}"/>
          </ac:cxnSpMkLst>
        </pc:cxnChg>
      </pc:sldChg>
      <pc:sldChg chg="addSp delSp modSp ord modAnim">
        <pc:chgData name="Chung Chan" userId="d7da794639b52171" providerId="LiveId" clId="{96656D98-DD1F-4839-BBA7-8DA141ADC53D}" dt="2020-02-12T08:58:24.635" v="1261"/>
        <pc:sldMkLst>
          <pc:docMk/>
          <pc:sldMk cId="2278277831" sldId="361"/>
        </pc:sldMkLst>
        <pc:spChg chg="mod">
          <ac:chgData name="Chung Chan" userId="d7da794639b52171" providerId="LiveId" clId="{96656D98-DD1F-4839-BBA7-8DA141ADC53D}" dt="2020-02-12T08:49:01.300" v="974"/>
          <ac:spMkLst>
            <pc:docMk/>
            <pc:sldMk cId="2278277831" sldId="361"/>
            <ac:spMk id="2" creationId="{77587AF5-F5EE-4F11-91E3-AA35EB52B336}"/>
          </ac:spMkLst>
        </pc:spChg>
        <pc:spChg chg="mod">
          <ac:chgData name="Chung Chan" userId="d7da794639b52171" providerId="LiveId" clId="{96656D98-DD1F-4839-BBA7-8DA141ADC53D}" dt="2020-02-12T08:58:15.637" v="1259" actId="5793"/>
          <ac:spMkLst>
            <pc:docMk/>
            <pc:sldMk cId="2278277831" sldId="361"/>
            <ac:spMk id="3" creationId="{A9A4DEF2-EBA4-4984-9F63-2ABF50E22876}"/>
          </ac:spMkLst>
        </pc:spChg>
        <pc:spChg chg="add del">
          <ac:chgData name="Chung Chan" userId="d7da794639b52171" providerId="LiveId" clId="{96656D98-DD1F-4839-BBA7-8DA141ADC53D}" dt="2020-02-12T08:02:51.812" v="204"/>
          <ac:spMkLst>
            <pc:docMk/>
            <pc:sldMk cId="2278277831" sldId="361"/>
            <ac:spMk id="6" creationId="{B329545F-374B-4027-B980-568381AF2CBD}"/>
          </ac:spMkLst>
        </pc:spChg>
        <pc:spChg chg="add mod">
          <ac:chgData name="Chung Chan" userId="d7da794639b52171" providerId="LiveId" clId="{96656D98-DD1F-4839-BBA7-8DA141ADC53D}" dt="2020-02-12T08:03:06.016" v="208" actId="1076"/>
          <ac:spMkLst>
            <pc:docMk/>
            <pc:sldMk cId="2278277831" sldId="361"/>
            <ac:spMk id="7" creationId="{ED792BE6-BD6E-4055-B368-BF79C52056B5}"/>
          </ac:spMkLst>
        </pc:spChg>
        <pc:inkChg chg="add del">
          <ac:chgData name="Chung Chan" userId="d7da794639b52171" providerId="LiveId" clId="{96656D98-DD1F-4839-BBA7-8DA141ADC53D}" dt="2020-02-12T08:01:52.598" v="157" actId="478"/>
          <ac:inkMkLst>
            <pc:docMk/>
            <pc:sldMk cId="2278277831" sldId="361"/>
            <ac:inkMk id="5" creationId="{187DA1EE-FDE3-42A8-BEBA-DCA12FE527B5}"/>
          </ac:inkMkLst>
        </pc:inkChg>
      </pc:sldChg>
      <pc:sldChg chg="addSp del ord">
        <pc:chgData name="Chung Chan" userId="d7da794639b52171" providerId="LiveId" clId="{96656D98-DD1F-4839-BBA7-8DA141ADC53D}" dt="2020-02-12T10:39:20.447" v="2579" actId="47"/>
        <pc:sldMkLst>
          <pc:docMk/>
          <pc:sldMk cId="3041572334" sldId="362"/>
        </pc:sldMkLst>
        <pc:inkChg chg="add">
          <ac:chgData name="Chung Chan" userId="d7da794639b52171" providerId="LiveId" clId="{96656D98-DD1F-4839-BBA7-8DA141ADC53D}" dt="2020-02-12T07:31:08.151" v="2"/>
          <ac:inkMkLst>
            <pc:docMk/>
            <pc:sldMk cId="3041572334" sldId="362"/>
            <ac:inkMk id="5" creationId="{6EE9F76F-638F-4D11-B9F5-E1EE894572AD}"/>
          </ac:inkMkLst>
        </pc:inkChg>
      </pc:sldChg>
      <pc:sldChg chg="addSp delSp modSp add ord modAnim">
        <pc:chgData name="Chung Chan" userId="d7da794639b52171" providerId="LiveId" clId="{96656D98-DD1F-4839-BBA7-8DA141ADC53D}" dt="2020-02-12T10:32:19.274" v="2536" actId="478"/>
        <pc:sldMkLst>
          <pc:docMk/>
          <pc:sldMk cId="2469873235" sldId="363"/>
        </pc:sldMkLst>
        <pc:spChg chg="mod">
          <ac:chgData name="Chung Chan" userId="d7da794639b52171" providerId="LiveId" clId="{96656D98-DD1F-4839-BBA7-8DA141ADC53D}" dt="2020-02-12T10:32:02.336" v="2533" actId="20577"/>
          <ac:spMkLst>
            <pc:docMk/>
            <pc:sldMk cId="2469873235" sldId="363"/>
            <ac:spMk id="2" creationId="{8BB1AFA4-B2BF-42D3-AEB9-B92AEA682E0C}"/>
          </ac:spMkLst>
        </pc:spChg>
        <pc:spChg chg="mod">
          <ac:chgData name="Chung Chan" userId="d7da794639b52171" providerId="LiveId" clId="{96656D98-DD1F-4839-BBA7-8DA141ADC53D}" dt="2020-02-12T10:32:12.344" v="2535" actId="14"/>
          <ac:spMkLst>
            <pc:docMk/>
            <pc:sldMk cId="2469873235" sldId="363"/>
            <ac:spMk id="3" creationId="{ABEF1B84-F013-4DF2-97C5-133D07D41AE7}"/>
          </ac:spMkLst>
        </pc:spChg>
        <pc:spChg chg="add">
          <ac:chgData name="Chung Chan" userId="d7da794639b52171" providerId="LiveId" clId="{96656D98-DD1F-4839-BBA7-8DA141ADC53D}" dt="2020-02-12T07:56:17.288" v="149"/>
          <ac:spMkLst>
            <pc:docMk/>
            <pc:sldMk cId="2469873235" sldId="363"/>
            <ac:spMk id="6" creationId="{097A0646-68A2-4E5B-A7DC-22F07AF6A214}"/>
          </ac:spMkLst>
        </pc:spChg>
        <pc:spChg chg="add del mod">
          <ac:chgData name="Chung Chan" userId="d7da794639b52171" providerId="LiveId" clId="{96656D98-DD1F-4839-BBA7-8DA141ADC53D}" dt="2020-02-12T10:32:19.274" v="2536" actId="478"/>
          <ac:spMkLst>
            <pc:docMk/>
            <pc:sldMk cId="2469873235" sldId="363"/>
            <ac:spMk id="7" creationId="{0AC51872-571A-41CA-ADDF-DFF2EA76C417}"/>
          </ac:spMkLst>
        </pc:spChg>
        <pc:inkChg chg="del">
          <ac:chgData name="Chung Chan" userId="d7da794639b52171" providerId="LiveId" clId="{96656D98-DD1F-4839-BBA7-8DA141ADC53D}" dt="2020-02-12T07:57:42.691" v="150" actId="478"/>
          <ac:inkMkLst>
            <pc:docMk/>
            <pc:sldMk cId="2469873235" sldId="363"/>
            <ac:inkMk id="5" creationId="{C6900F89-F5AE-456E-A2AD-A5766AF03DE4}"/>
          </ac:inkMkLst>
        </pc:inkChg>
      </pc:sldChg>
      <pc:sldChg chg="addSp modSp add del modTransition">
        <pc:chgData name="Chung Chan" userId="d7da794639b52171" providerId="LiveId" clId="{96656D98-DD1F-4839-BBA7-8DA141ADC53D}" dt="2020-02-12T10:39:23.730" v="2580" actId="47"/>
        <pc:sldMkLst>
          <pc:docMk/>
          <pc:sldMk cId="2235769419" sldId="364"/>
        </pc:sldMkLst>
        <pc:picChg chg="add mod">
          <ac:chgData name="Chung Chan" userId="d7da794639b52171" providerId="LiveId" clId="{96656D98-DD1F-4839-BBA7-8DA141ADC53D}" dt="2020-02-12T07:45:07.538" v="132"/>
          <ac:picMkLst>
            <pc:docMk/>
            <pc:sldMk cId="2235769419" sldId="364"/>
            <ac:picMk id="3" creationId="{9E9A0D9C-40FC-4472-9195-4AC5BD9A19AC}"/>
          </ac:picMkLst>
        </pc:picChg>
      </pc:sldChg>
      <pc:sldChg chg="add del">
        <pc:chgData name="Chung Chan" userId="d7da794639b52171" providerId="LiveId" clId="{96656D98-DD1F-4839-BBA7-8DA141ADC53D}" dt="2020-02-12T10:39:20.447" v="2579" actId="47"/>
        <pc:sldMkLst>
          <pc:docMk/>
          <pc:sldMk cId="3489234078" sldId="365"/>
        </pc:sldMkLst>
      </pc:sldChg>
      <pc:sldChg chg="addSp delSp modSp add ord modAnim">
        <pc:chgData name="Chung Chan" userId="d7da794639b52171" providerId="LiveId" clId="{96656D98-DD1F-4839-BBA7-8DA141ADC53D}" dt="2020-02-12T09:59:13.278" v="2085" actId="1076"/>
        <pc:sldMkLst>
          <pc:docMk/>
          <pc:sldMk cId="786233047" sldId="366"/>
        </pc:sldMkLst>
        <pc:spChg chg="add mod">
          <ac:chgData name="Chung Chan" userId="d7da794639b52171" providerId="LiveId" clId="{96656D98-DD1F-4839-BBA7-8DA141ADC53D}" dt="2020-02-12T09:37:15.419" v="1888"/>
          <ac:spMkLst>
            <pc:docMk/>
            <pc:sldMk cId="786233047" sldId="366"/>
            <ac:spMk id="16" creationId="{4E63A4AC-C0AE-4D1A-B768-7825EDFEE838}"/>
          </ac:spMkLst>
        </pc:spChg>
        <pc:spChg chg="mod">
          <ac:chgData name="Chung Chan" userId="d7da794639b52171" providerId="LiveId" clId="{96656D98-DD1F-4839-BBA7-8DA141ADC53D}" dt="2020-02-12T09:30:15.855" v="1732" actId="20577"/>
          <ac:spMkLst>
            <pc:docMk/>
            <pc:sldMk cId="786233047" sldId="366"/>
            <ac:spMk id="34" creationId="{3AA6DB2A-0F5B-488B-B9E5-F67918C29305}"/>
          </ac:spMkLst>
        </pc:spChg>
        <pc:spChg chg="mod">
          <ac:chgData name="Chung Chan" userId="d7da794639b52171" providerId="LiveId" clId="{96656D98-DD1F-4839-BBA7-8DA141ADC53D}" dt="2020-02-12T09:59:13.278" v="2085" actId="1076"/>
          <ac:spMkLst>
            <pc:docMk/>
            <pc:sldMk cId="786233047" sldId="366"/>
            <ac:spMk id="43" creationId="{10DE852A-FCCA-41BD-9453-141FE9A44C54}"/>
          </ac:spMkLst>
        </pc:spChg>
        <pc:spChg chg="mod">
          <ac:chgData name="Chung Chan" userId="d7da794639b52171" providerId="LiveId" clId="{96656D98-DD1F-4839-BBA7-8DA141ADC53D}" dt="2020-02-12T09:29:00.830" v="1723" actId="20577"/>
          <ac:spMkLst>
            <pc:docMk/>
            <pc:sldMk cId="786233047" sldId="366"/>
            <ac:spMk id="44" creationId="{D2C5CA71-EBA2-483A-AE3A-69BF381BF4D5}"/>
          </ac:spMkLst>
        </pc:spChg>
        <pc:spChg chg="mod ord">
          <ac:chgData name="Chung Chan" userId="d7da794639b52171" providerId="LiveId" clId="{96656D98-DD1F-4839-BBA7-8DA141ADC53D}" dt="2020-02-12T09:32:09.433" v="1757" actId="20577"/>
          <ac:spMkLst>
            <pc:docMk/>
            <pc:sldMk cId="786233047" sldId="366"/>
            <ac:spMk id="45" creationId="{F0BAE116-69CE-4DCA-B2F6-4B6DC995A033}"/>
          </ac:spMkLst>
        </pc:spChg>
        <pc:spChg chg="mod">
          <ac:chgData name="Chung Chan" userId="d7da794639b52171" providerId="LiveId" clId="{96656D98-DD1F-4839-BBA7-8DA141ADC53D}" dt="2020-02-12T09:31:55.979" v="1740" actId="1076"/>
          <ac:spMkLst>
            <pc:docMk/>
            <pc:sldMk cId="786233047" sldId="366"/>
            <ac:spMk id="46" creationId="{FBC06F3A-9EB0-4CE7-90A9-966017076114}"/>
          </ac:spMkLst>
        </pc:spChg>
        <pc:grpChg chg="mod">
          <ac:chgData name="Chung Chan" userId="d7da794639b52171" providerId="LiveId" clId="{96656D98-DD1F-4839-BBA7-8DA141ADC53D}" dt="2020-02-12T09:31:55.979" v="1740" actId="1076"/>
          <ac:grpSpMkLst>
            <pc:docMk/>
            <pc:sldMk cId="786233047" sldId="366"/>
            <ac:grpSpMk id="2" creationId="{EB1FA485-DF5A-4549-A130-CADF7755881E}"/>
          </ac:grpSpMkLst>
        </pc:grpChg>
        <pc:grpChg chg="mod">
          <ac:chgData name="Chung Chan" userId="d7da794639b52171" providerId="LiveId" clId="{96656D98-DD1F-4839-BBA7-8DA141ADC53D}" dt="2020-02-12T09:59:13.278" v="2085" actId="1076"/>
          <ac:grpSpMkLst>
            <pc:docMk/>
            <pc:sldMk cId="786233047" sldId="366"/>
            <ac:grpSpMk id="21" creationId="{1336C869-254E-423A-9EEE-20CDCBC23722}"/>
          </ac:grpSpMkLst>
        </pc:grpChg>
        <pc:inkChg chg="del">
          <ac:chgData name="Chung Chan" userId="d7da794639b52171" providerId="LiveId" clId="{96656D98-DD1F-4839-BBA7-8DA141ADC53D}" dt="2020-02-12T09:25:15.771" v="1607" actId="478"/>
          <ac:inkMkLst>
            <pc:docMk/>
            <pc:sldMk cId="786233047" sldId="366"/>
            <ac:inkMk id="4" creationId="{54BC96D0-26D2-4657-8806-B45B6F1EA5DE}"/>
          </ac:inkMkLst>
        </pc:inkChg>
        <pc:cxnChg chg="mod">
          <ac:chgData name="Chung Chan" userId="d7da794639b52171" providerId="LiveId" clId="{96656D98-DD1F-4839-BBA7-8DA141ADC53D}" dt="2020-02-12T09:31:55.979" v="1740" actId="1076"/>
          <ac:cxnSpMkLst>
            <pc:docMk/>
            <pc:sldMk cId="786233047" sldId="366"/>
            <ac:cxnSpMk id="36" creationId="{1561D56A-CC2C-47C1-92C1-1C1C56DBC7BF}"/>
          </ac:cxnSpMkLst>
        </pc:cxnChg>
        <pc:cxnChg chg="mod">
          <ac:chgData name="Chung Chan" userId="d7da794639b52171" providerId="LiveId" clId="{96656D98-DD1F-4839-BBA7-8DA141ADC53D}" dt="2020-02-12T09:59:13.278" v="2085" actId="1076"/>
          <ac:cxnSpMkLst>
            <pc:docMk/>
            <pc:sldMk cId="786233047" sldId="366"/>
            <ac:cxnSpMk id="39" creationId="{36870082-699A-4D2F-A799-BA639D5CBC38}"/>
          </ac:cxnSpMkLst>
        </pc:cxnChg>
        <pc:cxnChg chg="mod">
          <ac:chgData name="Chung Chan" userId="d7da794639b52171" providerId="LiveId" clId="{96656D98-DD1F-4839-BBA7-8DA141ADC53D}" dt="2020-02-12T09:59:13.278" v="2085" actId="1076"/>
          <ac:cxnSpMkLst>
            <pc:docMk/>
            <pc:sldMk cId="786233047" sldId="366"/>
            <ac:cxnSpMk id="40" creationId="{3F89293A-270E-44E0-AC6B-08A1DAD215FC}"/>
          </ac:cxnSpMkLst>
        </pc:cxnChg>
        <pc:cxnChg chg="mod">
          <ac:chgData name="Chung Chan" userId="d7da794639b52171" providerId="LiveId" clId="{96656D98-DD1F-4839-BBA7-8DA141ADC53D}" dt="2020-02-12T09:31:55.979" v="1740" actId="1076"/>
          <ac:cxnSpMkLst>
            <pc:docMk/>
            <pc:sldMk cId="786233047" sldId="366"/>
            <ac:cxnSpMk id="49" creationId="{8C3063E0-D059-4204-9F25-537E364EE029}"/>
          </ac:cxnSpMkLst>
        </pc:cxnChg>
        <pc:cxnChg chg="mod">
          <ac:chgData name="Chung Chan" userId="d7da794639b52171" providerId="LiveId" clId="{96656D98-DD1F-4839-BBA7-8DA141ADC53D}" dt="2020-02-12T09:31:55.979" v="1740" actId="1076"/>
          <ac:cxnSpMkLst>
            <pc:docMk/>
            <pc:sldMk cId="786233047" sldId="366"/>
            <ac:cxnSpMk id="50" creationId="{82E16163-76AA-4171-80B7-49817032B370}"/>
          </ac:cxnSpMkLst>
        </pc:cxnChg>
      </pc:sldChg>
      <pc:sldChg chg="addSp delSp modSp add delAnim modAnim">
        <pc:chgData name="Chung Chan" userId="d7da794639b52171" providerId="LiveId" clId="{96656D98-DD1F-4839-BBA7-8DA141ADC53D}" dt="2020-02-12T09:16:43.011" v="1285"/>
        <pc:sldMkLst>
          <pc:docMk/>
          <pc:sldMk cId="2348426758" sldId="367"/>
        </pc:sldMkLst>
        <pc:spChg chg="mod">
          <ac:chgData name="Chung Chan" userId="d7da794639b52171" providerId="LiveId" clId="{96656D98-DD1F-4839-BBA7-8DA141ADC53D}" dt="2020-02-12T08:14:42.635" v="371" actId="20577"/>
          <ac:spMkLst>
            <pc:docMk/>
            <pc:sldMk cId="2348426758" sldId="367"/>
            <ac:spMk id="2" creationId="{2C42B02B-AB6B-420C-BF9B-23BFE08A24F6}"/>
          </ac:spMkLst>
        </pc:spChg>
        <pc:spChg chg="mod">
          <ac:chgData name="Chung Chan" userId="d7da794639b52171" providerId="LiveId" clId="{96656D98-DD1F-4839-BBA7-8DA141ADC53D}" dt="2020-02-12T08:44:19.782" v="942" actId="20577"/>
          <ac:spMkLst>
            <pc:docMk/>
            <pc:sldMk cId="2348426758" sldId="367"/>
            <ac:spMk id="3" creationId="{EB0ED078-DA1F-4DBF-9A54-EF6B7A8BAE72}"/>
          </ac:spMkLst>
        </pc:spChg>
        <pc:spChg chg="add del mod">
          <ac:chgData name="Chung Chan" userId="d7da794639b52171" providerId="LiveId" clId="{96656D98-DD1F-4839-BBA7-8DA141ADC53D}" dt="2020-02-12T08:45:16.164" v="948" actId="478"/>
          <ac:spMkLst>
            <pc:docMk/>
            <pc:sldMk cId="2348426758" sldId="367"/>
            <ac:spMk id="22" creationId="{E628FA76-2832-45D5-A10B-F26998A729AD}"/>
          </ac:spMkLst>
        </pc:spChg>
        <pc:spChg chg="add del mod">
          <ac:chgData name="Chung Chan" userId="d7da794639b52171" providerId="LiveId" clId="{96656D98-DD1F-4839-BBA7-8DA141ADC53D}" dt="2020-02-12T08:21:22.189" v="824" actId="478"/>
          <ac:spMkLst>
            <pc:docMk/>
            <pc:sldMk cId="2348426758" sldId="367"/>
            <ac:spMk id="25" creationId="{114E54F7-3C85-42FB-8C1A-1195B81A9E9D}"/>
          </ac:spMkLst>
        </pc:spChg>
        <pc:spChg chg="add del mod">
          <ac:chgData name="Chung Chan" userId="d7da794639b52171" providerId="LiveId" clId="{96656D98-DD1F-4839-BBA7-8DA141ADC53D}" dt="2020-02-12T08:21:16.103" v="822" actId="478"/>
          <ac:spMkLst>
            <pc:docMk/>
            <pc:sldMk cId="2348426758" sldId="367"/>
            <ac:spMk id="26" creationId="{6E2C1D97-2A62-42CE-BDE8-2FF8B0F6B585}"/>
          </ac:spMkLst>
        </pc:spChg>
        <pc:spChg chg="add del mod">
          <ac:chgData name="Chung Chan" userId="d7da794639b52171" providerId="LiveId" clId="{96656D98-DD1F-4839-BBA7-8DA141ADC53D}" dt="2020-02-12T08:21:20.166" v="823" actId="478"/>
          <ac:spMkLst>
            <pc:docMk/>
            <pc:sldMk cId="2348426758" sldId="367"/>
            <ac:spMk id="27" creationId="{31DE48B2-EAF5-4B29-8496-8A7E1385ED73}"/>
          </ac:spMkLst>
        </pc:spChg>
        <pc:spChg chg="add mod">
          <ac:chgData name="Chung Chan" userId="d7da794639b52171" providerId="LiveId" clId="{96656D98-DD1F-4839-BBA7-8DA141ADC53D}" dt="2020-02-12T08:45:46.966" v="950" actId="1076"/>
          <ac:spMkLst>
            <pc:docMk/>
            <pc:sldMk cId="2348426758" sldId="367"/>
            <ac:spMk id="28" creationId="{9F2AF6C4-0C3C-4B50-BF7E-555E7014323E}"/>
          </ac:spMkLst>
        </pc:spChg>
        <pc:spChg chg="mod">
          <ac:chgData name="Chung Chan" userId="d7da794639b52171" providerId="LiveId" clId="{96656D98-DD1F-4839-BBA7-8DA141ADC53D}" dt="2020-02-12T08:36:08.706" v="902" actId="1076"/>
          <ac:spMkLst>
            <pc:docMk/>
            <pc:sldMk cId="2348426758" sldId="367"/>
            <ac:spMk id="42" creationId="{5D07D3DC-8FAE-49E5-9F5D-20AC6309EEB8}"/>
          </ac:spMkLst>
        </pc:spChg>
        <pc:spChg chg="mod">
          <ac:chgData name="Chung Chan" userId="d7da794639b52171" providerId="LiveId" clId="{96656D98-DD1F-4839-BBA7-8DA141ADC53D}" dt="2020-02-12T08:30:48.041" v="888" actId="255"/>
          <ac:spMkLst>
            <pc:docMk/>
            <pc:sldMk cId="2348426758" sldId="367"/>
            <ac:spMk id="75" creationId="{293C4D84-C548-4E2C-8A53-25D1BF75CAC8}"/>
          </ac:spMkLst>
        </pc:spChg>
        <pc:spChg chg="mod">
          <ac:chgData name="Chung Chan" userId="d7da794639b52171" providerId="LiveId" clId="{96656D98-DD1F-4839-BBA7-8DA141ADC53D}" dt="2020-02-12T08:30:48.041" v="888" actId="255"/>
          <ac:spMkLst>
            <pc:docMk/>
            <pc:sldMk cId="2348426758" sldId="367"/>
            <ac:spMk id="76" creationId="{C88E7B4C-74E1-4497-95EB-5005C4F257CF}"/>
          </ac:spMkLst>
        </pc:spChg>
        <pc:spChg chg="mod">
          <ac:chgData name="Chung Chan" userId="d7da794639b52171" providerId="LiveId" clId="{96656D98-DD1F-4839-BBA7-8DA141ADC53D}" dt="2020-02-12T08:30:48.041" v="888" actId="255"/>
          <ac:spMkLst>
            <pc:docMk/>
            <pc:sldMk cId="2348426758" sldId="367"/>
            <ac:spMk id="77" creationId="{F650981A-019E-4200-B4C3-C3CC56304737}"/>
          </ac:spMkLst>
        </pc:spChg>
        <pc:spChg chg="add mod">
          <ac:chgData name="Chung Chan" userId="d7da794639b52171" providerId="LiveId" clId="{96656D98-DD1F-4839-BBA7-8DA141ADC53D}" dt="2020-02-12T08:35:47.576" v="892"/>
          <ac:spMkLst>
            <pc:docMk/>
            <pc:sldMk cId="2348426758" sldId="367"/>
            <ac:spMk id="93" creationId="{C0A611F2-74D0-4700-AE5B-12B3D41536BA}"/>
          </ac:spMkLst>
        </pc:spChg>
        <pc:spChg chg="add mod">
          <ac:chgData name="Chung Chan" userId="d7da794639b52171" providerId="LiveId" clId="{96656D98-DD1F-4839-BBA7-8DA141ADC53D}" dt="2020-02-12T08:43:39.609" v="931" actId="1076"/>
          <ac:spMkLst>
            <pc:docMk/>
            <pc:sldMk cId="2348426758" sldId="367"/>
            <ac:spMk id="113" creationId="{7970FE80-FF68-412D-B52D-2BD126F07041}"/>
          </ac:spMkLst>
        </pc:spChg>
        <pc:grpChg chg="add mod">
          <ac:chgData name="Chung Chan" userId="d7da794639b52171" providerId="LiveId" clId="{96656D98-DD1F-4839-BBA7-8DA141ADC53D}" dt="2020-02-12T08:28:45.786" v="859" actId="1076"/>
          <ac:grpSpMkLst>
            <pc:docMk/>
            <pc:sldMk cId="2348426758" sldId="367"/>
            <ac:grpSpMk id="6" creationId="{1B05033D-E144-4D91-882A-799D588B77B0}"/>
          </ac:grpSpMkLst>
        </pc:grpChg>
        <pc:grpChg chg="add del mod">
          <ac:chgData name="Chung Chan" userId="d7da794639b52171" providerId="LiveId" clId="{96656D98-DD1F-4839-BBA7-8DA141ADC53D}" dt="2020-02-12T08:42:47.538" v="909" actId="478"/>
          <ac:grpSpMkLst>
            <pc:docMk/>
            <pc:sldMk cId="2348426758" sldId="367"/>
            <ac:grpSpMk id="29" creationId="{DDD7DCC7-D67C-4C68-B694-6CA16C621DC4}"/>
          </ac:grpSpMkLst>
        </pc:grpChg>
        <pc:grpChg chg="add del mod">
          <ac:chgData name="Chung Chan" userId="d7da794639b52171" providerId="LiveId" clId="{96656D98-DD1F-4839-BBA7-8DA141ADC53D}" dt="2020-02-12T08:27:01.402" v="854" actId="478"/>
          <ac:grpSpMkLst>
            <pc:docMk/>
            <pc:sldMk cId="2348426758" sldId="367"/>
            <ac:grpSpMk id="48" creationId="{BF13F741-7445-4E8F-9897-06AAF7F9ED13}"/>
          </ac:grpSpMkLst>
        </pc:grpChg>
        <pc:grpChg chg="add del mod">
          <ac:chgData name="Chung Chan" userId="d7da794639b52171" providerId="LiveId" clId="{96656D98-DD1F-4839-BBA7-8DA141ADC53D}" dt="2020-02-12T08:34:58.447" v="890" actId="478"/>
          <ac:grpSpMkLst>
            <pc:docMk/>
            <pc:sldMk cId="2348426758" sldId="367"/>
            <ac:grpSpMk id="65" creationId="{512101A9-FE04-4363-8ADF-2B694A179BBC}"/>
          </ac:grpSpMkLst>
        </pc:grpChg>
        <pc:grpChg chg="add mod">
          <ac:chgData name="Chung Chan" userId="d7da794639b52171" providerId="LiveId" clId="{96656D98-DD1F-4839-BBA7-8DA141ADC53D}" dt="2020-02-12T09:13:17.706" v="1268" actId="1076"/>
          <ac:grpSpMkLst>
            <pc:docMk/>
            <pc:sldMk cId="2348426758" sldId="367"/>
            <ac:grpSpMk id="96" creationId="{5503C6A3-18E8-45D7-A778-5F5C3AAD971A}"/>
          </ac:grpSpMkLst>
        </pc:grpChg>
        <pc:grpChg chg="mod">
          <ac:chgData name="Chung Chan" userId="d7da794639b52171" providerId="LiveId" clId="{96656D98-DD1F-4839-BBA7-8DA141ADC53D}" dt="2020-02-12T08:43:32.475" v="927" actId="20577"/>
          <ac:grpSpMkLst>
            <pc:docMk/>
            <pc:sldMk cId="2348426758" sldId="367"/>
            <ac:grpSpMk id="97" creationId="{28F38663-1F41-4F8E-8D3B-59E1927B930D}"/>
          </ac:grpSpMkLst>
        </pc:grpChg>
        <pc:picChg chg="add mod">
          <ac:chgData name="Chung Chan" userId="d7da794639b52171" providerId="LiveId" clId="{96656D98-DD1F-4839-BBA7-8DA141ADC53D}" dt="2020-02-12T09:15:36.067" v="1280" actId="571"/>
          <ac:picMkLst>
            <pc:docMk/>
            <pc:sldMk cId="2348426758" sldId="367"/>
            <ac:picMk id="115" creationId="{479FBFE1-49EF-4594-892A-233B52882385}"/>
          </ac:picMkLst>
        </pc:picChg>
        <pc:picChg chg="add mod">
          <ac:chgData name="Chung Chan" userId="d7da794639b52171" providerId="LiveId" clId="{96656D98-DD1F-4839-BBA7-8DA141ADC53D}" dt="2020-02-12T09:15:42.227" v="1282" actId="1076"/>
          <ac:picMkLst>
            <pc:docMk/>
            <pc:sldMk cId="2348426758" sldId="367"/>
            <ac:picMk id="1026" creationId="{60C4DF7B-6F27-4232-9F9F-6A7321537B1B}"/>
          </ac:picMkLst>
        </pc:picChg>
        <pc:cxnChg chg="add del mod">
          <ac:chgData name="Chung Chan" userId="d7da794639b52171" providerId="LiveId" clId="{96656D98-DD1F-4839-BBA7-8DA141ADC53D}" dt="2020-02-12T08:45:17.383" v="949" actId="478"/>
          <ac:cxnSpMkLst>
            <pc:docMk/>
            <pc:sldMk cId="2348426758" sldId="367"/>
            <ac:cxnSpMk id="5" creationId="{0F069E32-E103-44F7-B8AA-78E508959890}"/>
          </ac:cxnSpMkLst>
        </pc:cxnChg>
        <pc:cxnChg chg="add mod">
          <ac:chgData name="Chung Chan" userId="d7da794639b52171" providerId="LiveId" clId="{96656D98-DD1F-4839-BBA7-8DA141ADC53D}" dt="2020-02-12T08:28:45.786" v="859" actId="1076"/>
          <ac:cxnSpMkLst>
            <pc:docMk/>
            <pc:sldMk cId="2348426758" sldId="367"/>
            <ac:cxnSpMk id="23" creationId="{C8BA92A8-BF6D-48C9-8AB0-AD0492B7E3DC}"/>
          </ac:cxnSpMkLst>
        </pc:cxnChg>
        <pc:cxnChg chg="add mod">
          <ac:chgData name="Chung Chan" userId="d7da794639b52171" providerId="LiveId" clId="{96656D98-DD1F-4839-BBA7-8DA141ADC53D}" dt="2020-02-12T08:28:45.786" v="859" actId="1076"/>
          <ac:cxnSpMkLst>
            <pc:docMk/>
            <pc:sldMk cId="2348426758" sldId="367"/>
            <ac:cxnSpMk id="24" creationId="{26E164DF-B73E-4E3E-A8A6-8C6969563FA2}"/>
          </ac:cxnSpMkLst>
        </pc:cxnChg>
        <pc:cxnChg chg="mod">
          <ac:chgData name="Chung Chan" userId="d7da794639b52171" providerId="LiveId" clId="{96656D98-DD1F-4839-BBA7-8DA141ADC53D}" dt="2020-02-12T08:42:47.538" v="909" actId="478"/>
          <ac:cxnSpMkLst>
            <pc:docMk/>
            <pc:sldMk cId="2348426758" sldId="367"/>
            <ac:cxnSpMk id="35" creationId="{244DD7C5-8729-4DE8-BFE3-D9C6B1504101}"/>
          </ac:cxnSpMkLst>
        </pc:cxnChg>
        <pc:cxnChg chg="mod">
          <ac:chgData name="Chung Chan" userId="d7da794639b52171" providerId="LiveId" clId="{96656D98-DD1F-4839-BBA7-8DA141ADC53D}" dt="2020-02-12T08:42:47.538" v="909" actId="478"/>
          <ac:cxnSpMkLst>
            <pc:docMk/>
            <pc:sldMk cId="2348426758" sldId="367"/>
            <ac:cxnSpMk id="37" creationId="{CABC0F38-FDDD-48C1-9C46-A6D61158F325}"/>
          </ac:cxnSpMkLst>
        </pc:cxnChg>
        <pc:cxnChg chg="add del mod">
          <ac:chgData name="Chung Chan" userId="d7da794639b52171" providerId="LiveId" clId="{96656D98-DD1F-4839-BBA7-8DA141ADC53D}" dt="2020-02-12T08:24:24.488" v="836" actId="478"/>
          <ac:cxnSpMkLst>
            <pc:docMk/>
            <pc:sldMk cId="2348426758" sldId="367"/>
            <ac:cxnSpMk id="44" creationId="{8C32CE69-A298-44AF-8288-4CE4D9F60CF9}"/>
          </ac:cxnSpMkLst>
        </pc:cxnChg>
        <pc:cxnChg chg="add del mod">
          <ac:chgData name="Chung Chan" userId="d7da794639b52171" providerId="LiveId" clId="{96656D98-DD1F-4839-BBA7-8DA141ADC53D}" dt="2020-02-12T08:24:22.971" v="835" actId="478"/>
          <ac:cxnSpMkLst>
            <pc:docMk/>
            <pc:sldMk cId="2348426758" sldId="367"/>
            <ac:cxnSpMk id="45" creationId="{537A9CB0-5BC5-4902-826C-7222876522A5}"/>
          </ac:cxnSpMkLst>
        </pc:cxnChg>
        <pc:cxnChg chg="add del mod">
          <ac:chgData name="Chung Chan" userId="d7da794639b52171" providerId="LiveId" clId="{96656D98-DD1F-4839-BBA7-8DA141ADC53D}" dt="2020-02-12T08:25:38.282" v="851" actId="478"/>
          <ac:cxnSpMkLst>
            <pc:docMk/>
            <pc:sldMk cId="2348426758" sldId="367"/>
            <ac:cxnSpMk id="46" creationId="{E1AB9DFD-76A2-4091-9FC0-1B7F27C209BB}"/>
          </ac:cxnSpMkLst>
        </pc:cxnChg>
        <pc:cxnChg chg="add del mod">
          <ac:chgData name="Chung Chan" userId="d7da794639b52171" providerId="LiveId" clId="{96656D98-DD1F-4839-BBA7-8DA141ADC53D}" dt="2020-02-12T08:25:47.516" v="852" actId="478"/>
          <ac:cxnSpMkLst>
            <pc:docMk/>
            <pc:sldMk cId="2348426758" sldId="367"/>
            <ac:cxnSpMk id="47" creationId="{259FE0DC-56F7-4D35-946A-499274AB2BD3}"/>
          </ac:cxnSpMkLst>
        </pc:cxnChg>
        <pc:cxnChg chg="mod">
          <ac:chgData name="Chung Chan" userId="d7da794639b52171" providerId="LiveId" clId="{96656D98-DD1F-4839-BBA7-8DA141ADC53D}" dt="2020-02-12T08:27:01.402" v="854" actId="478"/>
          <ac:cxnSpMkLst>
            <pc:docMk/>
            <pc:sldMk cId="2348426758" sldId="367"/>
            <ac:cxnSpMk id="56" creationId="{9EB97B11-3E4F-450D-9022-058453D45A4A}"/>
          </ac:cxnSpMkLst>
        </pc:cxnChg>
        <pc:cxnChg chg="mod">
          <ac:chgData name="Chung Chan" userId="d7da794639b52171" providerId="LiveId" clId="{96656D98-DD1F-4839-BBA7-8DA141ADC53D}" dt="2020-02-12T08:27:01.402" v="854" actId="478"/>
          <ac:cxnSpMkLst>
            <pc:docMk/>
            <pc:sldMk cId="2348426758" sldId="367"/>
            <ac:cxnSpMk id="58" creationId="{8A501EF2-1E68-416A-AB4D-086E15049C8A}"/>
          </ac:cxnSpMkLst>
        </pc:cxnChg>
        <pc:cxnChg chg="add del mod">
          <ac:chgData name="Chung Chan" userId="d7da794639b52171" providerId="LiveId" clId="{96656D98-DD1F-4839-BBA7-8DA141ADC53D}" dt="2020-02-12T08:25:34.278" v="850" actId="478"/>
          <ac:cxnSpMkLst>
            <pc:docMk/>
            <pc:sldMk cId="2348426758" sldId="367"/>
            <ac:cxnSpMk id="64" creationId="{0C085175-D0E6-4490-B40D-F2A045EBF921}"/>
          </ac:cxnSpMkLst>
        </pc:cxnChg>
        <pc:cxnChg chg="mod">
          <ac:chgData name="Chung Chan" userId="d7da794639b52171" providerId="LiveId" clId="{96656D98-DD1F-4839-BBA7-8DA141ADC53D}" dt="2020-02-12T08:34:58.447" v="890" actId="478"/>
          <ac:cxnSpMkLst>
            <pc:docMk/>
            <pc:sldMk cId="2348426758" sldId="367"/>
            <ac:cxnSpMk id="71" creationId="{308AD186-0217-4522-8BF9-661A892C94E1}"/>
          </ac:cxnSpMkLst>
        </pc:cxnChg>
        <pc:cxnChg chg="mod">
          <ac:chgData name="Chung Chan" userId="d7da794639b52171" providerId="LiveId" clId="{96656D98-DD1F-4839-BBA7-8DA141ADC53D}" dt="2020-02-12T08:34:58.447" v="890" actId="478"/>
          <ac:cxnSpMkLst>
            <pc:docMk/>
            <pc:sldMk cId="2348426758" sldId="367"/>
            <ac:cxnSpMk id="73" creationId="{E9CA373E-9A86-46DF-9B30-E1A1CB93FAC7}"/>
          </ac:cxnSpMkLst>
        </pc:cxnChg>
        <pc:cxnChg chg="add del mod">
          <ac:chgData name="Chung Chan" userId="d7da794639b52171" providerId="LiveId" clId="{96656D98-DD1F-4839-BBA7-8DA141ADC53D}" dt="2020-02-12T08:34:58.447" v="890" actId="478"/>
          <ac:cxnSpMkLst>
            <pc:docMk/>
            <pc:sldMk cId="2348426758" sldId="367"/>
            <ac:cxnSpMk id="80" creationId="{F99389F0-D43A-4317-8C09-CB5970E0ADFA}"/>
          </ac:cxnSpMkLst>
        </pc:cxnChg>
        <pc:cxnChg chg="add del mod">
          <ac:chgData name="Chung Chan" userId="d7da794639b52171" providerId="LiveId" clId="{96656D98-DD1F-4839-BBA7-8DA141ADC53D}" dt="2020-02-12T08:34:58.447" v="890" actId="478"/>
          <ac:cxnSpMkLst>
            <pc:docMk/>
            <pc:sldMk cId="2348426758" sldId="367"/>
            <ac:cxnSpMk id="81" creationId="{2AFAFF63-56BC-49FA-9BD3-D529D95C9BF3}"/>
          </ac:cxnSpMkLst>
        </pc:cxnChg>
        <pc:cxnChg chg="add del mod">
          <ac:chgData name="Chung Chan" userId="d7da794639b52171" providerId="LiveId" clId="{96656D98-DD1F-4839-BBA7-8DA141ADC53D}" dt="2020-02-12T08:34:58.447" v="890" actId="478"/>
          <ac:cxnSpMkLst>
            <pc:docMk/>
            <pc:sldMk cId="2348426758" sldId="367"/>
            <ac:cxnSpMk id="89" creationId="{68B62025-7BF7-4A1C-AF12-981022FEBCC4}"/>
          </ac:cxnSpMkLst>
        </pc:cxnChg>
        <pc:cxnChg chg="add del mod">
          <ac:chgData name="Chung Chan" userId="d7da794639b52171" providerId="LiveId" clId="{96656D98-DD1F-4839-BBA7-8DA141ADC53D}" dt="2020-02-12T08:34:58.447" v="890" actId="478"/>
          <ac:cxnSpMkLst>
            <pc:docMk/>
            <pc:sldMk cId="2348426758" sldId="367"/>
            <ac:cxnSpMk id="90" creationId="{5E28EBE3-2D48-46AC-9F96-B32940D519B9}"/>
          </ac:cxnSpMkLst>
        </pc:cxnChg>
        <pc:cxnChg chg="add del mod">
          <ac:chgData name="Chung Chan" userId="d7da794639b52171" providerId="LiveId" clId="{96656D98-DD1F-4839-BBA7-8DA141ADC53D}" dt="2020-02-12T08:43:12.452" v="922" actId="478"/>
          <ac:cxnSpMkLst>
            <pc:docMk/>
            <pc:sldMk cId="2348426758" sldId="367"/>
            <ac:cxnSpMk id="94" creationId="{C949E57A-6B31-4138-92CA-6DF5B83AFC41}"/>
          </ac:cxnSpMkLst>
        </pc:cxnChg>
        <pc:cxnChg chg="add del mod">
          <ac:chgData name="Chung Chan" userId="d7da794639b52171" providerId="LiveId" clId="{96656D98-DD1F-4839-BBA7-8DA141ADC53D}" dt="2020-02-12T08:43:11.378" v="921" actId="478"/>
          <ac:cxnSpMkLst>
            <pc:docMk/>
            <pc:sldMk cId="2348426758" sldId="367"/>
            <ac:cxnSpMk id="95" creationId="{6F2187DB-5077-4207-A59E-9E0737DDC8C0}"/>
          </ac:cxnSpMkLst>
        </pc:cxnChg>
        <pc:cxnChg chg="add del mod">
          <ac:chgData name="Chung Chan" userId="d7da794639b52171" providerId="LiveId" clId="{96656D98-DD1F-4839-BBA7-8DA141ADC53D}" dt="2020-02-12T08:43:05.658" v="920" actId="478"/>
          <ac:cxnSpMkLst>
            <pc:docMk/>
            <pc:sldMk cId="2348426758" sldId="367"/>
            <ac:cxnSpMk id="112" creationId="{4D230F3E-E4BB-40DD-AE4C-2D8F1BA4FF39}"/>
          </ac:cxnSpMkLst>
        </pc:cxnChg>
      </pc:sldChg>
      <pc:sldChg chg="add del">
        <pc:chgData name="Chung Chan" userId="d7da794639b52171" providerId="LiveId" clId="{96656D98-DD1F-4839-BBA7-8DA141ADC53D}" dt="2020-02-12T10:39:20.447" v="2579" actId="47"/>
        <pc:sldMkLst>
          <pc:docMk/>
          <pc:sldMk cId="2368462015" sldId="368"/>
        </pc:sldMkLst>
      </pc:sldChg>
      <pc:sldChg chg="addSp delSp modSp add delAnim modAnim">
        <pc:chgData name="Chung Chan" userId="d7da794639b52171" providerId="LiveId" clId="{96656D98-DD1F-4839-BBA7-8DA141ADC53D}" dt="2020-02-12T10:30:01.036" v="2501"/>
        <pc:sldMkLst>
          <pc:docMk/>
          <pc:sldMk cId="2927780285" sldId="369"/>
        </pc:sldMkLst>
        <pc:spChg chg="add del mod">
          <ac:chgData name="Chung Chan" userId="d7da794639b52171" providerId="LiveId" clId="{96656D98-DD1F-4839-BBA7-8DA141ADC53D}" dt="2020-02-12T09:52:06.169" v="2028" actId="478"/>
          <ac:spMkLst>
            <pc:docMk/>
            <pc:sldMk cId="2927780285" sldId="369"/>
            <ac:spMk id="4" creationId="{A4D5B7E4-58E6-4CD0-A97D-03A63A8D1991}"/>
          </ac:spMkLst>
        </pc:spChg>
        <pc:spChg chg="del">
          <ac:chgData name="Chung Chan" userId="d7da794639b52171" providerId="LiveId" clId="{96656D98-DD1F-4839-BBA7-8DA141ADC53D}" dt="2020-02-12T09:54:51.223" v="2064" actId="478"/>
          <ac:spMkLst>
            <pc:docMk/>
            <pc:sldMk cId="2927780285" sldId="369"/>
            <ac:spMk id="16" creationId="{4E63A4AC-C0AE-4D1A-B768-7825EDFEE838}"/>
          </ac:spMkLst>
        </pc:spChg>
        <pc:spChg chg="mod">
          <ac:chgData name="Chung Chan" userId="d7da794639b52171" providerId="LiveId" clId="{96656D98-DD1F-4839-BBA7-8DA141ADC53D}" dt="2020-02-12T09:49:04.969" v="2016" actId="1076"/>
          <ac:spMkLst>
            <pc:docMk/>
            <pc:sldMk cId="2927780285" sldId="369"/>
            <ac:spMk id="26" creationId="{C0B15BE5-D5A3-4947-BFE8-53A82AD30256}"/>
          </ac:spMkLst>
        </pc:spChg>
        <pc:spChg chg="mod">
          <ac:chgData name="Chung Chan" userId="d7da794639b52171" providerId="LiveId" clId="{96656D98-DD1F-4839-BBA7-8DA141ADC53D}" dt="2020-02-12T09:48:47.052" v="2010" actId="6549"/>
          <ac:spMkLst>
            <pc:docMk/>
            <pc:sldMk cId="2927780285" sldId="369"/>
            <ac:spMk id="34" creationId="{3AA6DB2A-0F5B-488B-B9E5-F67918C29305}"/>
          </ac:spMkLst>
        </pc:spChg>
        <pc:spChg chg="add mod">
          <ac:chgData name="Chung Chan" userId="d7da794639b52171" providerId="LiveId" clId="{96656D98-DD1F-4839-BBA7-8DA141ADC53D}" dt="2020-02-12T10:04:46.940" v="2148" actId="164"/>
          <ac:spMkLst>
            <pc:docMk/>
            <pc:sldMk cId="2927780285" sldId="369"/>
            <ac:spMk id="37" creationId="{1893F226-F18E-4A10-89F2-D71ED553550A}"/>
          </ac:spMkLst>
        </pc:spChg>
        <pc:spChg chg="add mod">
          <ac:chgData name="Chung Chan" userId="d7da794639b52171" providerId="LiveId" clId="{96656D98-DD1F-4839-BBA7-8DA141ADC53D}" dt="2020-02-12T10:04:46.940" v="2148" actId="164"/>
          <ac:spMkLst>
            <pc:docMk/>
            <pc:sldMk cId="2927780285" sldId="369"/>
            <ac:spMk id="38" creationId="{05B98FC6-4499-45C1-8EEA-E0E63E5DC34F}"/>
          </ac:spMkLst>
        </pc:spChg>
        <pc:spChg chg="del">
          <ac:chgData name="Chung Chan" userId="d7da794639b52171" providerId="LiveId" clId="{96656D98-DD1F-4839-BBA7-8DA141ADC53D}" dt="2020-02-12T09:49:14.596" v="2017" actId="478"/>
          <ac:spMkLst>
            <pc:docMk/>
            <pc:sldMk cId="2927780285" sldId="369"/>
            <ac:spMk id="43" creationId="{10DE852A-FCCA-41BD-9453-141FE9A44C54}"/>
          </ac:spMkLst>
        </pc:spChg>
        <pc:spChg chg="mod">
          <ac:chgData name="Chung Chan" userId="d7da794639b52171" providerId="LiveId" clId="{96656D98-DD1F-4839-BBA7-8DA141ADC53D}" dt="2020-02-12T09:38:23.840" v="1893" actId="20577"/>
          <ac:spMkLst>
            <pc:docMk/>
            <pc:sldMk cId="2927780285" sldId="369"/>
            <ac:spMk id="44" creationId="{D2C5CA71-EBA2-483A-AE3A-69BF381BF4D5}"/>
          </ac:spMkLst>
        </pc:spChg>
        <pc:spChg chg="mod">
          <ac:chgData name="Chung Chan" userId="d7da794639b52171" providerId="LiveId" clId="{96656D98-DD1F-4839-BBA7-8DA141ADC53D}" dt="2020-02-12T10:27:52.651" v="2497" actId="27636"/>
          <ac:spMkLst>
            <pc:docMk/>
            <pc:sldMk cId="2927780285" sldId="369"/>
            <ac:spMk id="45" creationId="{F0BAE116-69CE-4DCA-B2F6-4B6DC995A033}"/>
          </ac:spMkLst>
        </pc:spChg>
        <pc:spChg chg="mod">
          <ac:chgData name="Chung Chan" userId="d7da794639b52171" providerId="LiveId" clId="{96656D98-DD1F-4839-BBA7-8DA141ADC53D}" dt="2020-02-12T10:16:41.340" v="2227" actId="1076"/>
          <ac:spMkLst>
            <pc:docMk/>
            <pc:sldMk cId="2927780285" sldId="369"/>
            <ac:spMk id="46" creationId="{FBC06F3A-9EB0-4CE7-90A9-966017076114}"/>
          </ac:spMkLst>
        </pc:spChg>
        <pc:spChg chg="add mod">
          <ac:chgData name="Chung Chan" userId="d7da794639b52171" providerId="LiveId" clId="{96656D98-DD1F-4839-BBA7-8DA141ADC53D}" dt="2020-02-12T09:49:01.514" v="2015" actId="571"/>
          <ac:spMkLst>
            <pc:docMk/>
            <pc:sldMk cId="2927780285" sldId="369"/>
            <ac:spMk id="48" creationId="{41EBE42A-B24A-4DB5-B07B-AF7DA41C89AA}"/>
          </ac:spMkLst>
        </pc:spChg>
        <pc:spChg chg="mod">
          <ac:chgData name="Chung Chan" userId="d7da794639b52171" providerId="LiveId" clId="{96656D98-DD1F-4839-BBA7-8DA141ADC53D}" dt="2020-02-12T09:53:38.046" v="2060" actId="20577"/>
          <ac:spMkLst>
            <pc:docMk/>
            <pc:sldMk cId="2927780285" sldId="369"/>
            <ac:spMk id="64" creationId="{5EE3078A-6E44-4EE1-B3AE-9B439865F510}"/>
          </ac:spMkLst>
        </pc:spChg>
        <pc:spChg chg="mod">
          <ac:chgData name="Chung Chan" userId="d7da794639b52171" providerId="LiveId" clId="{96656D98-DD1F-4839-BBA7-8DA141ADC53D}" dt="2020-02-12T09:53:47.025" v="2062" actId="20577"/>
          <ac:spMkLst>
            <pc:docMk/>
            <pc:sldMk cId="2927780285" sldId="369"/>
            <ac:spMk id="65" creationId="{C9E9CB40-26DD-4439-A1E3-527E8077D707}"/>
          </ac:spMkLst>
        </pc:spChg>
        <pc:spChg chg="add del mod">
          <ac:chgData name="Chung Chan" userId="d7da794639b52171" providerId="LiveId" clId="{96656D98-DD1F-4839-BBA7-8DA141ADC53D}" dt="2020-02-12T10:00:10.769" v="2094"/>
          <ac:spMkLst>
            <pc:docMk/>
            <pc:sldMk cId="2927780285" sldId="369"/>
            <ac:spMk id="83" creationId="{FCDC6D6B-1402-4AC9-AF1D-5A1DEFFAB74A}"/>
          </ac:spMkLst>
        </pc:spChg>
        <pc:spChg chg="mod">
          <ac:chgData name="Chung Chan" userId="d7da794639b52171" providerId="LiveId" clId="{96656D98-DD1F-4839-BBA7-8DA141ADC53D}" dt="2020-02-12T10:04:25.454" v="2145" actId="20577"/>
          <ac:spMkLst>
            <pc:docMk/>
            <pc:sldMk cId="2927780285" sldId="369"/>
            <ac:spMk id="97" creationId="{EA8994C1-BDD6-4E11-9580-455EFA0F8C5B}"/>
          </ac:spMkLst>
        </pc:spChg>
        <pc:spChg chg="mod">
          <ac:chgData name="Chung Chan" userId="d7da794639b52171" providerId="LiveId" clId="{96656D98-DD1F-4839-BBA7-8DA141ADC53D}" dt="2020-02-12T10:10:22.780" v="2175" actId="20577"/>
          <ac:spMkLst>
            <pc:docMk/>
            <pc:sldMk cId="2927780285" sldId="369"/>
            <ac:spMk id="98" creationId="{7AD51E04-A521-4C09-BA37-64642D33AAEC}"/>
          </ac:spMkLst>
        </pc:spChg>
        <pc:spChg chg="add mod">
          <ac:chgData name="Chung Chan" userId="d7da794639b52171" providerId="LiveId" clId="{96656D98-DD1F-4839-BBA7-8DA141ADC53D}" dt="2020-02-12T10:04:18.445" v="2142" actId="20577"/>
          <ac:spMkLst>
            <pc:docMk/>
            <pc:sldMk cId="2927780285" sldId="369"/>
            <ac:spMk id="101" creationId="{69755CA7-7FFF-443F-A838-58BC737BB010}"/>
          </ac:spMkLst>
        </pc:spChg>
        <pc:spChg chg="add mod">
          <ac:chgData name="Chung Chan" userId="d7da794639b52171" providerId="LiveId" clId="{96656D98-DD1F-4839-BBA7-8DA141ADC53D}" dt="2020-02-12T10:16:47.369" v="2235"/>
          <ac:spMkLst>
            <pc:docMk/>
            <pc:sldMk cId="2927780285" sldId="369"/>
            <ac:spMk id="127" creationId="{915FDA6F-134F-4D20-871C-1A1AE7C6C171}"/>
          </ac:spMkLst>
        </pc:spChg>
        <pc:spChg chg="add del mod">
          <ac:chgData name="Chung Chan" userId="d7da794639b52171" providerId="LiveId" clId="{96656D98-DD1F-4839-BBA7-8DA141ADC53D}" dt="2020-02-12T10:17:30.407" v="2243" actId="478"/>
          <ac:spMkLst>
            <pc:docMk/>
            <pc:sldMk cId="2927780285" sldId="369"/>
            <ac:spMk id="128" creationId="{0437AF4F-A8F1-4F56-9DA2-8AA8ABF940AC}"/>
          </ac:spMkLst>
        </pc:spChg>
        <pc:spChg chg="add del mod">
          <ac:chgData name="Chung Chan" userId="d7da794639b52171" providerId="LiveId" clId="{96656D98-DD1F-4839-BBA7-8DA141ADC53D}" dt="2020-02-12T10:19:06.556" v="2262" actId="21"/>
          <ac:spMkLst>
            <pc:docMk/>
            <pc:sldMk cId="2927780285" sldId="369"/>
            <ac:spMk id="129" creationId="{6344BFDA-81C0-4832-9C03-F26024274FF5}"/>
          </ac:spMkLst>
        </pc:spChg>
        <pc:spChg chg="add del mod">
          <ac:chgData name="Chung Chan" userId="d7da794639b52171" providerId="LiveId" clId="{96656D98-DD1F-4839-BBA7-8DA141ADC53D}" dt="2020-02-12T10:19:06.556" v="2262" actId="21"/>
          <ac:spMkLst>
            <pc:docMk/>
            <pc:sldMk cId="2927780285" sldId="369"/>
            <ac:spMk id="130" creationId="{BD986B29-41DE-4DE3-9470-86BD59ECB926}"/>
          </ac:spMkLst>
        </pc:spChg>
        <pc:spChg chg="add del mod">
          <ac:chgData name="Chung Chan" userId="d7da794639b52171" providerId="LiveId" clId="{96656D98-DD1F-4839-BBA7-8DA141ADC53D}" dt="2020-02-12T10:19:06.556" v="2262" actId="21"/>
          <ac:spMkLst>
            <pc:docMk/>
            <pc:sldMk cId="2927780285" sldId="369"/>
            <ac:spMk id="131" creationId="{2F6872C9-36B1-4246-AFA6-9783FF2814A2}"/>
          </ac:spMkLst>
        </pc:spChg>
        <pc:spChg chg="add del mod">
          <ac:chgData name="Chung Chan" userId="d7da794639b52171" providerId="LiveId" clId="{96656D98-DD1F-4839-BBA7-8DA141ADC53D}" dt="2020-02-12T10:19:06.556" v="2262" actId="21"/>
          <ac:spMkLst>
            <pc:docMk/>
            <pc:sldMk cId="2927780285" sldId="369"/>
            <ac:spMk id="132" creationId="{90BC6C34-623C-43BB-AD90-15AB383C6C85}"/>
          </ac:spMkLst>
        </pc:spChg>
        <pc:spChg chg="add mod">
          <ac:chgData name="Chung Chan" userId="d7da794639b52171" providerId="LiveId" clId="{96656D98-DD1F-4839-BBA7-8DA141ADC53D}" dt="2020-02-12T10:19:09.785" v="2264" actId="164"/>
          <ac:spMkLst>
            <pc:docMk/>
            <pc:sldMk cId="2927780285" sldId="369"/>
            <ac:spMk id="133" creationId="{94E67826-31D9-4C3A-9E24-23EB0B39FBEF}"/>
          </ac:spMkLst>
        </pc:spChg>
        <pc:spChg chg="add mod">
          <ac:chgData name="Chung Chan" userId="d7da794639b52171" providerId="LiveId" clId="{96656D98-DD1F-4839-BBA7-8DA141ADC53D}" dt="2020-02-12T10:19:09.785" v="2264" actId="164"/>
          <ac:spMkLst>
            <pc:docMk/>
            <pc:sldMk cId="2927780285" sldId="369"/>
            <ac:spMk id="134" creationId="{6C17BBEE-A37A-4050-B0AD-63900B7E4FF3}"/>
          </ac:spMkLst>
        </pc:spChg>
        <pc:spChg chg="add mod">
          <ac:chgData name="Chung Chan" userId="d7da794639b52171" providerId="LiveId" clId="{96656D98-DD1F-4839-BBA7-8DA141ADC53D}" dt="2020-02-12T10:19:09.785" v="2264" actId="164"/>
          <ac:spMkLst>
            <pc:docMk/>
            <pc:sldMk cId="2927780285" sldId="369"/>
            <ac:spMk id="135" creationId="{C3F2BB67-CA98-47E8-8FF2-78D8F069B298}"/>
          </ac:spMkLst>
        </pc:spChg>
        <pc:spChg chg="add mod">
          <ac:chgData name="Chung Chan" userId="d7da794639b52171" providerId="LiveId" clId="{96656D98-DD1F-4839-BBA7-8DA141ADC53D}" dt="2020-02-12T10:19:09.785" v="2264" actId="164"/>
          <ac:spMkLst>
            <pc:docMk/>
            <pc:sldMk cId="2927780285" sldId="369"/>
            <ac:spMk id="136" creationId="{FAB0A51A-492B-4A9A-A5CA-79640649D3F2}"/>
          </ac:spMkLst>
        </pc:spChg>
        <pc:grpChg chg="mod">
          <ac:chgData name="Chung Chan" userId="d7da794639b52171" providerId="LiveId" clId="{96656D98-DD1F-4839-BBA7-8DA141ADC53D}" dt="2020-02-12T10:18:24.300" v="2257"/>
          <ac:grpSpMkLst>
            <pc:docMk/>
            <pc:sldMk cId="2927780285" sldId="369"/>
            <ac:grpSpMk id="2" creationId="{EB1FA485-DF5A-4549-A130-CADF7755881E}"/>
          </ac:grpSpMkLst>
        </pc:grpChg>
        <pc:grpChg chg="mod">
          <ac:chgData name="Chung Chan" userId="d7da794639b52171" providerId="LiveId" clId="{96656D98-DD1F-4839-BBA7-8DA141ADC53D}" dt="2020-02-12T10:18:24.300" v="2257"/>
          <ac:grpSpMkLst>
            <pc:docMk/>
            <pc:sldMk cId="2927780285" sldId="369"/>
            <ac:grpSpMk id="5" creationId="{E8EAE212-B43B-4522-BAEA-22529DB2C4B9}"/>
          </ac:grpSpMkLst>
        </pc:grpChg>
        <pc:grpChg chg="add mod">
          <ac:chgData name="Chung Chan" userId="d7da794639b52171" providerId="LiveId" clId="{96656D98-DD1F-4839-BBA7-8DA141ADC53D}" dt="2020-02-12T10:00:49.697" v="2107" actId="1037"/>
          <ac:grpSpMkLst>
            <pc:docMk/>
            <pc:sldMk cId="2927780285" sldId="369"/>
            <ac:grpSpMk id="18" creationId="{9BE106A1-55BE-440F-AED4-81AB99CE97F8}"/>
          </ac:grpSpMkLst>
        </pc:grpChg>
        <pc:grpChg chg="mod">
          <ac:chgData name="Chung Chan" userId="d7da794639b52171" providerId="LiveId" clId="{96656D98-DD1F-4839-BBA7-8DA141ADC53D}" dt="2020-02-12T09:56:57.884" v="2071" actId="164"/>
          <ac:grpSpMkLst>
            <pc:docMk/>
            <pc:sldMk cId="2927780285" sldId="369"/>
            <ac:grpSpMk id="21" creationId="{1336C869-254E-423A-9EEE-20CDCBC23722}"/>
          </ac:grpSpMkLst>
        </pc:grpChg>
        <pc:grpChg chg="add mod">
          <ac:chgData name="Chung Chan" userId="d7da794639b52171" providerId="LiveId" clId="{96656D98-DD1F-4839-BBA7-8DA141ADC53D}" dt="2020-02-12T10:11:12.125" v="2177" actId="1076"/>
          <ac:grpSpMkLst>
            <pc:docMk/>
            <pc:sldMk cId="2927780285" sldId="369"/>
            <ac:grpSpMk id="41" creationId="{A5EB101C-5C56-44A9-B42E-C78C763F5A95}"/>
          </ac:grpSpMkLst>
        </pc:grpChg>
        <pc:grpChg chg="add del mod">
          <ac:chgData name="Chung Chan" userId="d7da794639b52171" providerId="LiveId" clId="{96656D98-DD1F-4839-BBA7-8DA141ADC53D}" dt="2020-02-12T10:00:03.866" v="2087" actId="478"/>
          <ac:grpSpMkLst>
            <pc:docMk/>
            <pc:sldMk cId="2927780285" sldId="369"/>
            <ac:grpSpMk id="51" creationId="{753935D0-3F88-4502-85AB-BF40CCEBE129}"/>
          </ac:grpSpMkLst>
        </pc:grpChg>
        <pc:grpChg chg="add del mod">
          <ac:chgData name="Chung Chan" userId="d7da794639b52171" providerId="LiveId" clId="{96656D98-DD1F-4839-BBA7-8DA141ADC53D}" dt="2020-02-12T10:00:10.769" v="2094"/>
          <ac:grpSpMkLst>
            <pc:docMk/>
            <pc:sldMk cId="2927780285" sldId="369"/>
            <ac:grpSpMk id="68" creationId="{5589B7C4-2C8F-4964-B701-1FDC25093CEF}"/>
          </ac:grpSpMkLst>
        </pc:grpChg>
        <pc:grpChg chg="add mod">
          <ac:chgData name="Chung Chan" userId="d7da794639b52171" providerId="LiveId" clId="{96656D98-DD1F-4839-BBA7-8DA141ADC53D}" dt="2020-02-12T10:10:22.780" v="2175" actId="20577"/>
          <ac:grpSpMkLst>
            <pc:docMk/>
            <pc:sldMk cId="2927780285" sldId="369"/>
            <ac:grpSpMk id="84" creationId="{379A0BAF-39C0-4180-A161-941773924CB0}"/>
          </ac:grpSpMkLst>
        </pc:grpChg>
        <pc:grpChg chg="add mod">
          <ac:chgData name="Chung Chan" userId="d7da794639b52171" providerId="LiveId" clId="{96656D98-DD1F-4839-BBA7-8DA141ADC53D}" dt="2020-02-12T10:19:09.785" v="2264" actId="164"/>
          <ac:grpSpMkLst>
            <pc:docMk/>
            <pc:sldMk cId="2927780285" sldId="369"/>
            <ac:grpSpMk id="137" creationId="{1643E8E9-4C80-4722-8458-1BC567431DB9}"/>
          </ac:grpSpMkLst>
        </pc:grpChg>
        <pc:cxnChg chg="mod">
          <ac:chgData name="Chung Chan" userId="d7da794639b52171" providerId="LiveId" clId="{96656D98-DD1F-4839-BBA7-8DA141ADC53D}" dt="2020-02-12T09:49:04.969" v="2016" actId="1076"/>
          <ac:cxnSpMkLst>
            <pc:docMk/>
            <pc:sldMk cId="2927780285" sldId="369"/>
            <ac:cxnSpMk id="27" creationId="{F0429C62-E21E-4F09-A726-FCAD0537F8BE}"/>
          </ac:cxnSpMkLst>
        </pc:cxnChg>
        <pc:cxnChg chg="mod">
          <ac:chgData name="Chung Chan" userId="d7da794639b52171" providerId="LiveId" clId="{96656D98-DD1F-4839-BBA7-8DA141ADC53D}" dt="2020-02-12T09:56:57.884" v="2071" actId="164"/>
          <ac:cxnSpMkLst>
            <pc:docMk/>
            <pc:sldMk cId="2927780285" sldId="369"/>
            <ac:cxnSpMk id="39" creationId="{36870082-699A-4D2F-A799-BA639D5CBC38}"/>
          </ac:cxnSpMkLst>
        </pc:cxnChg>
        <pc:cxnChg chg="mod">
          <ac:chgData name="Chung Chan" userId="d7da794639b52171" providerId="LiveId" clId="{96656D98-DD1F-4839-BBA7-8DA141ADC53D}" dt="2020-02-12T09:56:57.884" v="2071" actId="164"/>
          <ac:cxnSpMkLst>
            <pc:docMk/>
            <pc:sldMk cId="2927780285" sldId="369"/>
            <ac:cxnSpMk id="40" creationId="{3F89293A-270E-44E0-AC6B-08A1DAD215FC}"/>
          </ac:cxnSpMkLst>
        </pc:cxnChg>
        <pc:cxnChg chg="mod">
          <ac:chgData name="Chung Chan" userId="d7da794639b52171" providerId="LiveId" clId="{96656D98-DD1F-4839-BBA7-8DA141ADC53D}" dt="2020-02-12T10:00:03.866" v="2087" actId="478"/>
          <ac:cxnSpMkLst>
            <pc:docMk/>
            <pc:sldMk cId="2927780285" sldId="369"/>
            <ac:cxnSpMk id="57" creationId="{3DC8C91B-E7F2-40F8-AEE9-4DC08ECBD9D9}"/>
          </ac:cxnSpMkLst>
        </pc:cxnChg>
        <pc:cxnChg chg="mod">
          <ac:chgData name="Chung Chan" userId="d7da794639b52171" providerId="LiveId" clId="{96656D98-DD1F-4839-BBA7-8DA141ADC53D}" dt="2020-02-12T10:00:03.866" v="2087" actId="478"/>
          <ac:cxnSpMkLst>
            <pc:docMk/>
            <pc:sldMk cId="2927780285" sldId="369"/>
            <ac:cxnSpMk id="59" creationId="{9F5F2CD9-379B-43C8-8A56-06F66DE5A0DA}"/>
          </ac:cxnSpMkLst>
        </pc:cxnChg>
        <pc:cxnChg chg="add del mod">
          <ac:chgData name="Chung Chan" userId="d7da794639b52171" providerId="LiveId" clId="{96656D98-DD1F-4839-BBA7-8DA141ADC53D}" dt="2020-02-12T10:00:03.866" v="2087" actId="478"/>
          <ac:cxnSpMkLst>
            <pc:docMk/>
            <pc:sldMk cId="2927780285" sldId="369"/>
            <ac:cxnSpMk id="66" creationId="{7AFCEA71-AA3F-4637-9465-7022B8BFE332}"/>
          </ac:cxnSpMkLst>
        </pc:cxnChg>
        <pc:cxnChg chg="add del mod">
          <ac:chgData name="Chung Chan" userId="d7da794639b52171" providerId="LiveId" clId="{96656D98-DD1F-4839-BBA7-8DA141ADC53D}" dt="2020-02-12T10:00:03.866" v="2087" actId="478"/>
          <ac:cxnSpMkLst>
            <pc:docMk/>
            <pc:sldMk cId="2927780285" sldId="369"/>
            <ac:cxnSpMk id="67" creationId="{6C56E907-CD55-4A12-8D2F-6B2D483F7E4B}"/>
          </ac:cxnSpMkLst>
        </pc:cxnChg>
        <pc:cxnChg chg="add mod">
          <ac:chgData name="Chung Chan" userId="d7da794639b52171" providerId="LiveId" clId="{96656D98-DD1F-4839-BBA7-8DA141ADC53D}" dt="2020-02-12T10:01:14.447" v="2108" actId="1076"/>
          <ac:cxnSpMkLst>
            <pc:docMk/>
            <pc:sldMk cId="2927780285" sldId="369"/>
            <ac:cxnSpMk id="99" creationId="{8D566E30-4321-474A-B5F6-8E60E589CCFB}"/>
          </ac:cxnSpMkLst>
        </pc:cxnChg>
        <pc:cxnChg chg="add mod">
          <ac:chgData name="Chung Chan" userId="d7da794639b52171" providerId="LiveId" clId="{96656D98-DD1F-4839-BBA7-8DA141ADC53D}" dt="2020-02-12T10:01:14.447" v="2108" actId="1076"/>
          <ac:cxnSpMkLst>
            <pc:docMk/>
            <pc:sldMk cId="2927780285" sldId="369"/>
            <ac:cxnSpMk id="100" creationId="{3EB08732-3E66-4B54-BE44-D93B51821712}"/>
          </ac:cxnSpMkLst>
        </pc:cxnChg>
      </pc:sldChg>
      <pc:sldChg chg="add del">
        <pc:chgData name="Chung Chan" userId="d7da794639b52171" providerId="LiveId" clId="{96656D98-DD1F-4839-BBA7-8DA141ADC53D}" dt="2020-02-12T10:39:20.447" v="2579" actId="47"/>
        <pc:sldMkLst>
          <pc:docMk/>
          <pc:sldMk cId="321004767" sldId="370"/>
        </pc:sldMkLst>
      </pc:sldChg>
      <pc:sldChg chg="modSp add del">
        <pc:chgData name="Chung Chan" userId="d7da794639b52171" providerId="LiveId" clId="{96656D98-DD1F-4839-BBA7-8DA141ADC53D}" dt="2020-02-12T11:20:07.795" v="2968" actId="47"/>
        <pc:sldMkLst>
          <pc:docMk/>
          <pc:sldMk cId="1518886956" sldId="370"/>
        </pc:sldMkLst>
        <pc:spChg chg="mod">
          <ac:chgData name="Chung Chan" userId="d7da794639b52171" providerId="LiveId" clId="{96656D98-DD1F-4839-BBA7-8DA141ADC53D}" dt="2020-02-12T11:08:22.614" v="2660" actId="20577"/>
          <ac:spMkLst>
            <pc:docMk/>
            <pc:sldMk cId="1518886956" sldId="370"/>
            <ac:spMk id="2" creationId="{43A5EB33-294B-48EE-B306-37F6A176D5F5}"/>
          </ac:spMkLst>
        </pc:spChg>
        <pc:spChg chg="mod">
          <ac:chgData name="Chung Chan" userId="d7da794639b52171" providerId="LiveId" clId="{96656D98-DD1F-4839-BBA7-8DA141ADC53D}" dt="2020-02-12T11:11:55.592" v="2824"/>
          <ac:spMkLst>
            <pc:docMk/>
            <pc:sldMk cId="1518886956" sldId="370"/>
            <ac:spMk id="3" creationId="{652907E4-12F9-48D6-9CD2-F1CB665C9E8B}"/>
          </ac:spMkLst>
        </pc:spChg>
      </pc:sldChg>
      <pc:sldChg chg="addSp delSp modSp add mod setBg">
        <pc:chgData name="Chung Chan" userId="d7da794639b52171" providerId="LiveId" clId="{96656D98-DD1F-4839-BBA7-8DA141ADC53D}" dt="2020-02-12T11:35:26.455" v="3274" actId="20577"/>
        <pc:sldMkLst>
          <pc:docMk/>
          <pc:sldMk cId="2221999366" sldId="371"/>
        </pc:sldMkLst>
        <pc:spChg chg="mod">
          <ac:chgData name="Chung Chan" userId="d7da794639b52171" providerId="LiveId" clId="{96656D98-DD1F-4839-BBA7-8DA141ADC53D}" dt="2020-02-12T11:28:18.281" v="3065" actId="26606"/>
          <ac:spMkLst>
            <pc:docMk/>
            <pc:sldMk cId="2221999366" sldId="371"/>
            <ac:spMk id="2" creationId="{CB164637-DAA1-40F4-B1B5-268A6EA9F5E4}"/>
          </ac:spMkLst>
        </pc:spChg>
        <pc:spChg chg="mod ord">
          <ac:chgData name="Chung Chan" userId="d7da794639b52171" providerId="LiveId" clId="{96656D98-DD1F-4839-BBA7-8DA141ADC53D}" dt="2020-02-12T11:31:24.133" v="3247" actId="20577"/>
          <ac:spMkLst>
            <pc:docMk/>
            <pc:sldMk cId="2221999366" sldId="371"/>
            <ac:spMk id="3" creationId="{20D95E42-FA1A-4E2A-BF8C-34461890F65E}"/>
          </ac:spMkLst>
        </pc:spChg>
        <pc:spChg chg="mod">
          <ac:chgData name="Chung Chan" userId="d7da794639b52171" providerId="LiveId" clId="{96656D98-DD1F-4839-BBA7-8DA141ADC53D}" dt="2020-02-12T11:28:42.803" v="3076" actId="1076"/>
          <ac:spMkLst>
            <pc:docMk/>
            <pc:sldMk cId="2221999366" sldId="371"/>
            <ac:spMk id="4" creationId="{8E1E24CA-A208-44B9-B3F8-DA09EE54A9D8}"/>
          </ac:spMkLst>
        </pc:spChg>
        <pc:spChg chg="add mod">
          <ac:chgData name="Chung Chan" userId="d7da794639b52171" providerId="LiveId" clId="{96656D98-DD1F-4839-BBA7-8DA141ADC53D}" dt="2020-02-12T11:35:18.612" v="3271" actId="1076"/>
          <ac:spMkLst>
            <pc:docMk/>
            <pc:sldMk cId="2221999366" sldId="371"/>
            <ac:spMk id="8" creationId="{73E45034-C5F6-4DF5-B340-B45C8DCF80B5}"/>
          </ac:spMkLst>
        </pc:spChg>
        <pc:spChg chg="add mod">
          <ac:chgData name="Chung Chan" userId="d7da794639b52171" providerId="LiveId" clId="{96656D98-DD1F-4839-BBA7-8DA141ADC53D}" dt="2020-02-12T11:35:26.455" v="3274" actId="20577"/>
          <ac:spMkLst>
            <pc:docMk/>
            <pc:sldMk cId="2221999366" sldId="371"/>
            <ac:spMk id="9" creationId="{80B1AFC5-8333-4477-87C9-0D41454A687C}"/>
          </ac:spMkLst>
        </pc:spChg>
        <pc:picChg chg="add del mod">
          <ac:chgData name="Chung Chan" userId="d7da794639b52171" providerId="LiveId" clId="{96656D98-DD1F-4839-BBA7-8DA141ADC53D}" dt="2020-02-12T11:31:43.381" v="3248" actId="478"/>
          <ac:picMkLst>
            <pc:docMk/>
            <pc:sldMk cId="2221999366" sldId="371"/>
            <ac:picMk id="5" creationId="{15BA82CA-AD95-4FD5-83E2-93198CF0AE77}"/>
          </ac:picMkLst>
        </pc:picChg>
        <pc:picChg chg="add mod">
          <ac:chgData name="Chung Chan" userId="d7da794639b52171" providerId="LiveId" clId="{96656D98-DD1F-4839-BBA7-8DA141ADC53D}" dt="2020-02-12T11:34:45.966" v="3262" actId="1076"/>
          <ac:picMkLst>
            <pc:docMk/>
            <pc:sldMk cId="2221999366" sldId="371"/>
            <ac:picMk id="6" creationId="{E5E12390-1D60-47A8-A962-1A9F7EC8F6CD}"/>
          </ac:picMkLst>
        </pc:picChg>
        <pc:picChg chg="add mod">
          <ac:chgData name="Chung Chan" userId="d7da794639b52171" providerId="LiveId" clId="{96656D98-DD1F-4839-BBA7-8DA141ADC53D}" dt="2020-02-12T11:34:45.966" v="3262" actId="1076"/>
          <ac:picMkLst>
            <pc:docMk/>
            <pc:sldMk cId="2221999366" sldId="371"/>
            <ac:picMk id="7" creationId="{295C5515-A094-4CC4-826B-82F7AA7EF54D}"/>
          </ac:picMkLst>
        </pc:picChg>
      </pc:sldChg>
    </pc:docChg>
  </pc:docChgLst>
  <pc:docChgLst>
    <pc:chgData name="Chung Chan" userId="d7da794639b52171" providerId="LiveId" clId="{A50B46A0-D6DC-4343-9558-61DD55460F22}"/>
    <pc:docChg chg="delSld modSld">
      <pc:chgData name="Chung Chan" userId="d7da794639b52171" providerId="LiveId" clId="{A50B46A0-D6DC-4343-9558-61DD55460F22}" dt="2021-01-29T04:30:01.692" v="4" actId="2696"/>
      <pc:docMkLst>
        <pc:docMk/>
      </pc:docMkLst>
      <pc:sldChg chg="modSp modAnim">
        <pc:chgData name="Chung Chan" userId="d7da794639b52171" providerId="LiveId" clId="{A50B46A0-D6DC-4343-9558-61DD55460F22}" dt="2021-01-29T04:28:49.305" v="3" actId="20577"/>
        <pc:sldMkLst>
          <pc:docMk/>
          <pc:sldMk cId="2927780285" sldId="369"/>
        </pc:sldMkLst>
        <pc:spChg chg="mod">
          <ac:chgData name="Chung Chan" userId="d7da794639b52171" providerId="LiveId" clId="{A50B46A0-D6DC-4343-9558-61DD55460F22}" dt="2021-01-29T04:28:49.305" v="3" actId="20577"/>
          <ac:spMkLst>
            <pc:docMk/>
            <pc:sldMk cId="2927780285" sldId="369"/>
            <ac:spMk id="45" creationId="{F0BAE116-69CE-4DCA-B2F6-4B6DC995A033}"/>
          </ac:spMkLst>
        </pc:spChg>
      </pc:sldChg>
      <pc:sldChg chg="del">
        <pc:chgData name="Chung Chan" userId="d7da794639b52171" providerId="LiveId" clId="{A50B46A0-D6DC-4343-9558-61DD55460F22}" dt="2021-01-29T04:30:01.692" v="4" actId="2696"/>
        <pc:sldMkLst>
          <pc:docMk/>
          <pc:sldMk cId="2221999366" sldId="371"/>
        </pc:sldMkLst>
      </pc:sldChg>
    </pc:docChg>
  </pc:docChgLst>
  <pc:docChgLst>
    <pc:chgData name="Chung Chan" userId="d7da794639b52171" providerId="LiveId" clId="{3E265473-C1C8-4E37-B306-889EDC1F5BFA}"/>
    <pc:docChg chg="modSld">
      <pc:chgData name="Chung Chan" userId="d7da794639b52171" providerId="LiveId" clId="{3E265473-C1C8-4E37-B306-889EDC1F5BFA}" dt="2023-02-09T02:43:09.438" v="53" actId="20577"/>
      <pc:docMkLst>
        <pc:docMk/>
      </pc:docMkLst>
      <pc:sldChg chg="modSp modAnim">
        <pc:chgData name="Chung Chan" userId="d7da794639b52171" providerId="LiveId" clId="{3E265473-C1C8-4E37-B306-889EDC1F5BFA}" dt="2023-02-09T02:43:09.438" v="53" actId="20577"/>
        <pc:sldMkLst>
          <pc:docMk/>
          <pc:sldMk cId="2278277831" sldId="361"/>
        </pc:sldMkLst>
        <pc:spChg chg="mod">
          <ac:chgData name="Chung Chan" userId="d7da794639b52171" providerId="LiveId" clId="{3E265473-C1C8-4E37-B306-889EDC1F5BFA}" dt="2023-02-09T02:43:09.438" v="53" actId="20577"/>
          <ac:spMkLst>
            <pc:docMk/>
            <pc:sldMk cId="2278277831" sldId="361"/>
            <ac:spMk id="3" creationId="{A9A4DEF2-EBA4-4984-9F63-2ABF50E22876}"/>
          </ac:spMkLst>
        </pc:spChg>
      </pc:sldChg>
    </pc:docChg>
  </pc:docChgLst>
  <pc:docChgLst>
    <pc:chgData name="Chung Chan" userId="d7da794639b52171" providerId="LiveId" clId="{0D234853-B847-4E4D-AD66-3205E0512494}"/>
    <pc:docChg chg="modSld">
      <pc:chgData name="Chung Chan" userId="d7da794639b52171" providerId="LiveId" clId="{0D234853-B847-4E4D-AD66-3205E0512494}" dt="2024-02-03T01:39:14.940" v="1" actId="114"/>
      <pc:docMkLst>
        <pc:docMk/>
      </pc:docMkLst>
      <pc:sldChg chg="modSp">
        <pc:chgData name="Chung Chan" userId="d7da794639b52171" providerId="LiveId" clId="{0D234853-B847-4E4D-AD66-3205E0512494}" dt="2024-02-03T01:39:14.940" v="1" actId="114"/>
        <pc:sldMkLst>
          <pc:docMk/>
          <pc:sldMk cId="4086487719" sldId="360"/>
        </pc:sldMkLst>
        <pc:spChg chg="mod">
          <ac:chgData name="Chung Chan" userId="d7da794639b52171" providerId="LiveId" clId="{0D234853-B847-4E4D-AD66-3205E0512494}" dt="2024-02-03T01:39:14.940" v="1" actId="114"/>
          <ac:spMkLst>
            <pc:docMk/>
            <pc:sldMk cId="4086487719" sldId="360"/>
            <ac:spMk id="7" creationId="{AD8D02AB-E466-467F-A3F6-FD24ECAEB217}"/>
          </ac:spMkLst>
        </pc:spChg>
      </pc:sldChg>
    </pc:docChg>
  </pc:docChgLst>
  <pc:docChgLst>
    <pc:chgData name="Chung Chan" userId="d7da794639b52171" providerId="LiveId" clId="{7299CD5A-9BCA-4785-8AC1-ADC78154EC2E}"/>
    <pc:docChg chg="undo custSel addSld modSld">
      <pc:chgData name="Chung Chan" userId="d7da794639b52171" providerId="LiveId" clId="{7299CD5A-9BCA-4785-8AC1-ADC78154EC2E}" dt="2022-02-09T06:15:49.614" v="586" actId="20577"/>
      <pc:docMkLst>
        <pc:docMk/>
      </pc:docMkLst>
      <pc:sldChg chg="modSp">
        <pc:chgData name="Chung Chan" userId="d7da794639b52171" providerId="LiveId" clId="{7299CD5A-9BCA-4785-8AC1-ADC78154EC2E}" dt="2022-02-09T06:15:49.614" v="586" actId="20577"/>
        <pc:sldMkLst>
          <pc:docMk/>
          <pc:sldMk cId="3135878589" sldId="358"/>
        </pc:sldMkLst>
        <pc:spChg chg="mod">
          <ac:chgData name="Chung Chan" userId="d7da794639b52171" providerId="LiveId" clId="{7299CD5A-9BCA-4785-8AC1-ADC78154EC2E}" dt="2022-02-09T06:15:49.614" v="586" actId="20577"/>
          <ac:spMkLst>
            <pc:docMk/>
            <pc:sldMk cId="3135878589" sldId="358"/>
            <ac:spMk id="2" creationId="{2FCA037C-B7BA-4041-ACEF-A3CD27E2B59F}"/>
          </ac:spMkLst>
        </pc:spChg>
      </pc:sldChg>
      <pc:sldChg chg="delSp modSp mod delAnim modAnim">
        <pc:chgData name="Chung Chan" userId="d7da794639b52171" providerId="LiveId" clId="{7299CD5A-9BCA-4785-8AC1-ADC78154EC2E}" dt="2022-02-09T05:24:22.989" v="4" actId="478"/>
        <pc:sldMkLst>
          <pc:docMk/>
          <pc:sldMk cId="2278277831" sldId="361"/>
        </pc:sldMkLst>
        <pc:spChg chg="mod">
          <ac:chgData name="Chung Chan" userId="d7da794639b52171" providerId="LiveId" clId="{7299CD5A-9BCA-4785-8AC1-ADC78154EC2E}" dt="2022-02-09T05:23:53.612" v="1"/>
          <ac:spMkLst>
            <pc:docMk/>
            <pc:sldMk cId="2278277831" sldId="361"/>
            <ac:spMk id="3" creationId="{A9A4DEF2-EBA4-4984-9F63-2ABF50E22876}"/>
          </ac:spMkLst>
        </pc:spChg>
        <pc:spChg chg="del">
          <ac:chgData name="Chung Chan" userId="d7da794639b52171" providerId="LiveId" clId="{7299CD5A-9BCA-4785-8AC1-ADC78154EC2E}" dt="2022-02-09T05:24:22.989" v="4" actId="478"/>
          <ac:spMkLst>
            <pc:docMk/>
            <pc:sldMk cId="2278277831" sldId="361"/>
            <ac:spMk id="7" creationId="{ED792BE6-BD6E-4055-B368-BF79C52056B5}"/>
          </ac:spMkLst>
        </pc:spChg>
      </pc:sldChg>
      <pc:sldChg chg="delSp mod delAnim">
        <pc:chgData name="Chung Chan" userId="d7da794639b52171" providerId="LiveId" clId="{7299CD5A-9BCA-4785-8AC1-ADC78154EC2E}" dt="2022-02-09T05:49:46.382" v="576" actId="478"/>
        <pc:sldMkLst>
          <pc:docMk/>
          <pc:sldMk cId="2469873235" sldId="363"/>
        </pc:sldMkLst>
        <pc:spChg chg="del">
          <ac:chgData name="Chung Chan" userId="d7da794639b52171" providerId="LiveId" clId="{7299CD5A-9BCA-4785-8AC1-ADC78154EC2E}" dt="2022-02-09T05:49:46.382" v="576" actId="478"/>
          <ac:spMkLst>
            <pc:docMk/>
            <pc:sldMk cId="2469873235" sldId="363"/>
            <ac:spMk id="6" creationId="{097A0646-68A2-4E5B-A7DC-22F07AF6A214}"/>
          </ac:spMkLst>
        </pc:spChg>
      </pc:sldChg>
      <pc:sldChg chg="addSp delSp modSp mod addAnim delAnim">
        <pc:chgData name="Chung Chan" userId="d7da794639b52171" providerId="LiveId" clId="{7299CD5A-9BCA-4785-8AC1-ADC78154EC2E}" dt="2022-02-09T05:37:56.551" v="136" actId="1037"/>
        <pc:sldMkLst>
          <pc:docMk/>
          <pc:sldMk cId="2927780285" sldId="369"/>
        </pc:sldMkLst>
        <pc:spChg chg="mod">
          <ac:chgData name="Chung Chan" userId="d7da794639b52171" providerId="LiveId" clId="{7299CD5A-9BCA-4785-8AC1-ADC78154EC2E}" dt="2022-02-09T05:32:35.069" v="93" actId="20577"/>
          <ac:spMkLst>
            <pc:docMk/>
            <pc:sldMk cId="2927780285" sldId="369"/>
            <ac:spMk id="37" creationId="{1893F226-F18E-4A10-89F2-D71ED553550A}"/>
          </ac:spMkLst>
        </pc:spChg>
        <pc:spChg chg="mod">
          <ac:chgData name="Chung Chan" userId="d7da794639b52171" providerId="LiveId" clId="{7299CD5A-9BCA-4785-8AC1-ADC78154EC2E}" dt="2022-02-09T05:32:35.069" v="93" actId="20577"/>
          <ac:spMkLst>
            <pc:docMk/>
            <pc:sldMk cId="2927780285" sldId="369"/>
            <ac:spMk id="38" creationId="{05B98FC6-4499-45C1-8EEA-E0E63E5DC34F}"/>
          </ac:spMkLst>
        </pc:spChg>
        <pc:spChg chg="mod">
          <ac:chgData name="Chung Chan" userId="d7da794639b52171" providerId="LiveId" clId="{7299CD5A-9BCA-4785-8AC1-ADC78154EC2E}" dt="2022-02-09T05:34:33.114" v="108" actId="20577"/>
          <ac:spMkLst>
            <pc:docMk/>
            <pc:sldMk cId="2927780285" sldId="369"/>
            <ac:spMk id="44" creationId="{D2C5CA71-EBA2-483A-AE3A-69BF381BF4D5}"/>
          </ac:spMkLst>
        </pc:spChg>
        <pc:spChg chg="mod">
          <ac:chgData name="Chung Chan" userId="d7da794639b52171" providerId="LiveId" clId="{7299CD5A-9BCA-4785-8AC1-ADC78154EC2E}" dt="2022-02-09T05:34:52.247" v="112" actId="5793"/>
          <ac:spMkLst>
            <pc:docMk/>
            <pc:sldMk cId="2927780285" sldId="369"/>
            <ac:spMk id="45" creationId="{F0BAE116-69CE-4DCA-B2F6-4B6DC995A033}"/>
          </ac:spMkLst>
        </pc:spChg>
        <pc:spChg chg="mod">
          <ac:chgData name="Chung Chan" userId="d7da794639b52171" providerId="LiveId" clId="{7299CD5A-9BCA-4785-8AC1-ADC78154EC2E}" dt="2022-02-09T05:37:38.495" v="128" actId="20577"/>
          <ac:spMkLst>
            <pc:docMk/>
            <pc:sldMk cId="2927780285" sldId="369"/>
            <ac:spMk id="133" creationId="{94E67826-31D9-4C3A-9E24-23EB0B39FBEF}"/>
          </ac:spMkLst>
        </pc:spChg>
        <pc:spChg chg="mod">
          <ac:chgData name="Chung Chan" userId="d7da794639b52171" providerId="LiveId" clId="{7299CD5A-9BCA-4785-8AC1-ADC78154EC2E}" dt="2022-02-09T05:37:38.495" v="128" actId="20577"/>
          <ac:spMkLst>
            <pc:docMk/>
            <pc:sldMk cId="2927780285" sldId="369"/>
            <ac:spMk id="134" creationId="{6C17BBEE-A37A-4050-B0AD-63900B7E4FF3}"/>
          </ac:spMkLst>
        </pc:spChg>
        <pc:spChg chg="mod">
          <ac:chgData name="Chung Chan" userId="d7da794639b52171" providerId="LiveId" clId="{7299CD5A-9BCA-4785-8AC1-ADC78154EC2E}" dt="2022-02-09T05:37:38.495" v="128" actId="20577"/>
          <ac:spMkLst>
            <pc:docMk/>
            <pc:sldMk cId="2927780285" sldId="369"/>
            <ac:spMk id="135" creationId="{C3F2BB67-CA98-47E8-8FF2-78D8F069B298}"/>
          </ac:spMkLst>
        </pc:spChg>
        <pc:spChg chg="mod">
          <ac:chgData name="Chung Chan" userId="d7da794639b52171" providerId="LiveId" clId="{7299CD5A-9BCA-4785-8AC1-ADC78154EC2E}" dt="2022-02-09T05:37:38.495" v="128" actId="20577"/>
          <ac:spMkLst>
            <pc:docMk/>
            <pc:sldMk cId="2927780285" sldId="369"/>
            <ac:spMk id="136" creationId="{FAB0A51A-492B-4A9A-A5CA-79640649D3F2}"/>
          </ac:spMkLst>
        </pc:spChg>
        <pc:grpChg chg="add del mod">
          <ac:chgData name="Chung Chan" userId="d7da794639b52171" providerId="LiveId" clId="{7299CD5A-9BCA-4785-8AC1-ADC78154EC2E}" dt="2022-02-09T05:32:35.069" v="93" actId="20577"/>
          <ac:grpSpMkLst>
            <pc:docMk/>
            <pc:sldMk cId="2927780285" sldId="369"/>
            <ac:grpSpMk id="41" creationId="{A5EB101C-5C56-44A9-B42E-C78C763F5A95}"/>
          </ac:grpSpMkLst>
        </pc:grpChg>
        <pc:grpChg chg="mod">
          <ac:chgData name="Chung Chan" userId="d7da794639b52171" providerId="LiveId" clId="{7299CD5A-9BCA-4785-8AC1-ADC78154EC2E}" dt="2022-02-09T05:37:56.551" v="136" actId="1037"/>
          <ac:grpSpMkLst>
            <pc:docMk/>
            <pc:sldMk cId="2927780285" sldId="369"/>
            <ac:grpSpMk id="137" creationId="{1643E8E9-4C80-4722-8458-1BC567431DB9}"/>
          </ac:grpSpMkLst>
        </pc:grpChg>
      </pc:sldChg>
      <pc:sldChg chg="addSp delSp modSp add mod addAnim delAnim modAnim">
        <pc:chgData name="Chung Chan" userId="d7da794639b52171" providerId="LiveId" clId="{7299CD5A-9BCA-4785-8AC1-ADC78154EC2E}" dt="2022-02-09T05:49:28.984" v="575" actId="20577"/>
        <pc:sldMkLst>
          <pc:docMk/>
          <pc:sldMk cId="2550984159" sldId="370"/>
        </pc:sldMkLst>
        <pc:spChg chg="mod">
          <ac:chgData name="Chung Chan" userId="d7da794639b52171" providerId="LiveId" clId="{7299CD5A-9BCA-4785-8AC1-ADC78154EC2E}" dt="2022-02-09T05:39:37.251" v="147" actId="20577"/>
          <ac:spMkLst>
            <pc:docMk/>
            <pc:sldMk cId="2550984159" sldId="370"/>
            <ac:spMk id="44" creationId="{D2C5CA71-EBA2-483A-AE3A-69BF381BF4D5}"/>
          </ac:spMkLst>
        </pc:spChg>
        <pc:spChg chg="mod">
          <ac:chgData name="Chung Chan" userId="d7da794639b52171" providerId="LiveId" clId="{7299CD5A-9BCA-4785-8AC1-ADC78154EC2E}" dt="2022-02-09T05:49:28.984" v="575" actId="20577"/>
          <ac:spMkLst>
            <pc:docMk/>
            <pc:sldMk cId="2550984159" sldId="370"/>
            <ac:spMk id="45" creationId="{F0BAE116-69CE-4DCA-B2F6-4B6DC995A033}"/>
          </ac:spMkLst>
        </pc:spChg>
        <pc:spChg chg="del">
          <ac:chgData name="Chung Chan" userId="d7da794639b52171" providerId="LiveId" clId="{7299CD5A-9BCA-4785-8AC1-ADC78154EC2E}" dt="2022-02-09T05:42:03.952" v="322" actId="478"/>
          <ac:spMkLst>
            <pc:docMk/>
            <pc:sldMk cId="2550984159" sldId="370"/>
            <ac:spMk id="46" creationId="{FBC06F3A-9EB0-4CE7-90A9-966017076114}"/>
          </ac:spMkLst>
        </pc:spChg>
        <pc:spChg chg="del">
          <ac:chgData name="Chung Chan" userId="d7da794639b52171" providerId="LiveId" clId="{7299CD5A-9BCA-4785-8AC1-ADC78154EC2E}" dt="2022-02-09T05:42:22.672" v="323" actId="478"/>
          <ac:spMkLst>
            <pc:docMk/>
            <pc:sldMk cId="2550984159" sldId="370"/>
            <ac:spMk id="101" creationId="{69755CA7-7FFF-443F-A838-58BC737BB010}"/>
          </ac:spMkLst>
        </pc:spChg>
        <pc:grpChg chg="del">
          <ac:chgData name="Chung Chan" userId="d7da794639b52171" providerId="LiveId" clId="{7299CD5A-9BCA-4785-8AC1-ADC78154EC2E}" dt="2022-02-09T05:42:03.952" v="322" actId="478"/>
          <ac:grpSpMkLst>
            <pc:docMk/>
            <pc:sldMk cId="2550984159" sldId="370"/>
            <ac:grpSpMk id="2" creationId="{EB1FA485-DF5A-4549-A130-CADF7755881E}"/>
          </ac:grpSpMkLst>
        </pc:grpChg>
        <pc:grpChg chg="del">
          <ac:chgData name="Chung Chan" userId="d7da794639b52171" providerId="LiveId" clId="{7299CD5A-9BCA-4785-8AC1-ADC78154EC2E}" dt="2022-02-09T05:42:03.952" v="322" actId="478"/>
          <ac:grpSpMkLst>
            <pc:docMk/>
            <pc:sldMk cId="2550984159" sldId="370"/>
            <ac:grpSpMk id="18" creationId="{9BE106A1-55BE-440F-AED4-81AB99CE97F8}"/>
          </ac:grpSpMkLst>
        </pc:grpChg>
        <pc:grpChg chg="add del mod">
          <ac:chgData name="Chung Chan" userId="d7da794639b52171" providerId="LiveId" clId="{7299CD5A-9BCA-4785-8AC1-ADC78154EC2E}" dt="2022-02-09T05:47:43.643" v="438" actId="478"/>
          <ac:grpSpMkLst>
            <pc:docMk/>
            <pc:sldMk cId="2550984159" sldId="370"/>
            <ac:grpSpMk id="41" creationId="{A5EB101C-5C56-44A9-B42E-C78C763F5A95}"/>
          </ac:grpSpMkLst>
        </pc:grpChg>
        <pc:grpChg chg="del">
          <ac:chgData name="Chung Chan" userId="d7da794639b52171" providerId="LiveId" clId="{7299CD5A-9BCA-4785-8AC1-ADC78154EC2E}" dt="2022-02-09T05:42:22.672" v="323" actId="478"/>
          <ac:grpSpMkLst>
            <pc:docMk/>
            <pc:sldMk cId="2550984159" sldId="370"/>
            <ac:grpSpMk id="84" creationId="{379A0BAF-39C0-4180-A161-941773924CB0}"/>
          </ac:grpSpMkLst>
        </pc:grpChg>
        <pc:grpChg chg="del">
          <ac:chgData name="Chung Chan" userId="d7da794639b52171" providerId="LiveId" clId="{7299CD5A-9BCA-4785-8AC1-ADC78154EC2E}" dt="2022-02-09T05:42:03.952" v="322" actId="478"/>
          <ac:grpSpMkLst>
            <pc:docMk/>
            <pc:sldMk cId="2550984159" sldId="370"/>
            <ac:grpSpMk id="137" creationId="{1643E8E9-4C80-4722-8458-1BC567431DB9}"/>
          </ac:grpSpMkLst>
        </pc:grpChg>
        <pc:cxnChg chg="mod">
          <ac:chgData name="Chung Chan" userId="d7da794639b52171" providerId="LiveId" clId="{7299CD5A-9BCA-4785-8AC1-ADC78154EC2E}" dt="2022-02-09T05:42:03.952" v="322" actId="478"/>
          <ac:cxnSpMkLst>
            <pc:docMk/>
            <pc:sldMk cId="2550984159" sldId="370"/>
            <ac:cxnSpMk id="11" creationId="{738329FD-0498-48B6-8D13-7318DBFD7F5B}"/>
          </ac:cxnSpMkLst>
        </pc:cxnChg>
        <pc:cxnChg chg="mod">
          <ac:chgData name="Chung Chan" userId="d7da794639b52171" providerId="LiveId" clId="{7299CD5A-9BCA-4785-8AC1-ADC78154EC2E}" dt="2022-02-09T05:42:03.952" v="322" actId="478"/>
          <ac:cxnSpMkLst>
            <pc:docMk/>
            <pc:sldMk cId="2550984159" sldId="370"/>
            <ac:cxnSpMk id="13" creationId="{E1A97AB4-A752-43EF-9E81-5181519B464D}"/>
          </ac:cxnSpMkLst>
        </pc:cxnChg>
        <pc:cxnChg chg="mod">
          <ac:chgData name="Chung Chan" userId="d7da794639b52171" providerId="LiveId" clId="{7299CD5A-9BCA-4785-8AC1-ADC78154EC2E}" dt="2022-02-09T05:42:03.952" v="322" actId="478"/>
          <ac:cxnSpMkLst>
            <pc:docMk/>
            <pc:sldMk cId="2550984159" sldId="370"/>
            <ac:cxnSpMk id="27" creationId="{F0429C62-E21E-4F09-A726-FCAD0537F8BE}"/>
          </ac:cxnSpMkLst>
        </pc:cxnChg>
        <pc:cxnChg chg="mod">
          <ac:chgData name="Chung Chan" userId="d7da794639b52171" providerId="LiveId" clId="{7299CD5A-9BCA-4785-8AC1-ADC78154EC2E}" dt="2022-02-09T05:42:03.952" v="322" actId="478"/>
          <ac:cxnSpMkLst>
            <pc:docMk/>
            <pc:sldMk cId="2550984159" sldId="370"/>
            <ac:cxnSpMk id="29" creationId="{BB349497-0277-4934-84FC-A20BB81AF367}"/>
          </ac:cxnSpMkLst>
        </pc:cxnChg>
        <pc:cxnChg chg="del">
          <ac:chgData name="Chung Chan" userId="d7da794639b52171" providerId="LiveId" clId="{7299CD5A-9BCA-4785-8AC1-ADC78154EC2E}" dt="2022-02-09T05:42:03.952" v="322" actId="478"/>
          <ac:cxnSpMkLst>
            <pc:docMk/>
            <pc:sldMk cId="2550984159" sldId="370"/>
            <ac:cxnSpMk id="36" creationId="{1561D56A-CC2C-47C1-92C1-1C1C56DBC7BF}"/>
          </ac:cxnSpMkLst>
        </pc:cxnChg>
        <pc:cxnChg chg="del">
          <ac:chgData name="Chung Chan" userId="d7da794639b52171" providerId="LiveId" clId="{7299CD5A-9BCA-4785-8AC1-ADC78154EC2E}" dt="2022-02-09T05:42:03.952" v="322" actId="478"/>
          <ac:cxnSpMkLst>
            <pc:docMk/>
            <pc:sldMk cId="2550984159" sldId="370"/>
            <ac:cxnSpMk id="49" creationId="{8C3063E0-D059-4204-9F25-537E364EE029}"/>
          </ac:cxnSpMkLst>
        </pc:cxnChg>
        <pc:cxnChg chg="del">
          <ac:chgData name="Chung Chan" userId="d7da794639b52171" providerId="LiveId" clId="{7299CD5A-9BCA-4785-8AC1-ADC78154EC2E}" dt="2022-02-09T05:42:03.952" v="322" actId="478"/>
          <ac:cxnSpMkLst>
            <pc:docMk/>
            <pc:sldMk cId="2550984159" sldId="370"/>
            <ac:cxnSpMk id="50" creationId="{82E16163-76AA-4171-80B7-49817032B370}"/>
          </ac:cxnSpMkLst>
        </pc:cxnChg>
        <pc:cxnChg chg="mod">
          <ac:chgData name="Chung Chan" userId="d7da794639b52171" providerId="LiveId" clId="{7299CD5A-9BCA-4785-8AC1-ADC78154EC2E}" dt="2022-02-09T05:42:22.672" v="323" actId="478"/>
          <ac:cxnSpMkLst>
            <pc:docMk/>
            <pc:sldMk cId="2550984159" sldId="370"/>
            <ac:cxnSpMk id="90" creationId="{6D9A3B63-42E6-4D67-B08A-AB0FDCF00E21}"/>
          </ac:cxnSpMkLst>
        </pc:cxnChg>
        <pc:cxnChg chg="mod">
          <ac:chgData name="Chung Chan" userId="d7da794639b52171" providerId="LiveId" clId="{7299CD5A-9BCA-4785-8AC1-ADC78154EC2E}" dt="2022-02-09T05:42:22.672" v="323" actId="478"/>
          <ac:cxnSpMkLst>
            <pc:docMk/>
            <pc:sldMk cId="2550984159" sldId="370"/>
            <ac:cxnSpMk id="92" creationId="{FDD967FF-0397-4DE2-BBD4-578FAEEF97A7}"/>
          </ac:cxnSpMkLst>
        </pc:cxnChg>
        <pc:cxnChg chg="del">
          <ac:chgData name="Chung Chan" userId="d7da794639b52171" providerId="LiveId" clId="{7299CD5A-9BCA-4785-8AC1-ADC78154EC2E}" dt="2022-02-09T05:42:22.672" v="323" actId="478"/>
          <ac:cxnSpMkLst>
            <pc:docMk/>
            <pc:sldMk cId="2550984159" sldId="370"/>
            <ac:cxnSpMk id="99" creationId="{8D566E30-4321-474A-B5F6-8E60E589CCFB}"/>
          </ac:cxnSpMkLst>
        </pc:cxnChg>
        <pc:cxnChg chg="del">
          <ac:chgData name="Chung Chan" userId="d7da794639b52171" providerId="LiveId" clId="{7299CD5A-9BCA-4785-8AC1-ADC78154EC2E}" dt="2022-02-09T05:42:22.672" v="323" actId="478"/>
          <ac:cxnSpMkLst>
            <pc:docMk/>
            <pc:sldMk cId="2550984159" sldId="370"/>
            <ac:cxnSpMk id="100" creationId="{3EB08732-3E66-4B54-BE44-D93B51821712}"/>
          </ac:cxnSpMkLst>
        </pc:cxnChg>
      </pc:sldChg>
    </pc:docChg>
  </pc:docChgLst>
  <pc:docChgLst>
    <pc:chgData name="Chung Chan" userId="d7da794639b52171" providerId="LiveId" clId="{1C3F1A74-5D79-4492-B5E3-297C503D59D0}"/>
    <pc:docChg chg="modSld">
      <pc:chgData name="Chung Chan" userId="d7da794639b52171" providerId="LiveId" clId="{1C3F1A74-5D79-4492-B5E3-297C503D59D0}" dt="2024-02-08T08:43:34.372" v="150" actId="20577"/>
      <pc:docMkLst>
        <pc:docMk/>
      </pc:docMkLst>
      <pc:sldChg chg="modSp mod">
        <pc:chgData name="Chung Chan" userId="d7da794639b52171" providerId="LiveId" clId="{1C3F1A74-5D79-4492-B5E3-297C503D59D0}" dt="2024-02-04T07:56:03.090" v="2"/>
        <pc:sldMkLst>
          <pc:docMk/>
          <pc:sldMk cId="2188911461" sldId="256"/>
        </pc:sldMkLst>
        <pc:spChg chg="mod">
          <ac:chgData name="Chung Chan" userId="d7da794639b52171" providerId="LiveId" clId="{1C3F1A74-5D79-4492-B5E3-297C503D59D0}" dt="2024-02-04T07:56:03.090" v="2"/>
          <ac:spMkLst>
            <pc:docMk/>
            <pc:sldMk cId="2188911461" sldId="256"/>
            <ac:spMk id="2" creationId="{5933C951-4003-442E-AA72-5AE622C2EB73}"/>
          </ac:spMkLst>
        </pc:spChg>
      </pc:sldChg>
      <pc:sldChg chg="modSp">
        <pc:chgData name="Chung Chan" userId="d7da794639b52171" providerId="LiveId" clId="{1C3F1A74-5D79-4492-B5E3-297C503D59D0}" dt="2024-02-04T07:59:29.600" v="19" actId="114"/>
        <pc:sldMkLst>
          <pc:docMk/>
          <pc:sldMk cId="3135878589" sldId="358"/>
        </pc:sldMkLst>
        <pc:spChg chg="mod">
          <ac:chgData name="Chung Chan" userId="d7da794639b52171" providerId="LiveId" clId="{1C3F1A74-5D79-4492-B5E3-297C503D59D0}" dt="2024-02-04T07:59:25.253" v="18" actId="114"/>
          <ac:spMkLst>
            <pc:docMk/>
            <pc:sldMk cId="3135878589" sldId="358"/>
            <ac:spMk id="33" creationId="{E5831F07-0CEB-4C2F-AE9A-6EEF0D72E05D}"/>
          </ac:spMkLst>
        </pc:spChg>
        <pc:spChg chg="mod">
          <ac:chgData name="Chung Chan" userId="d7da794639b52171" providerId="LiveId" clId="{1C3F1A74-5D79-4492-B5E3-297C503D59D0}" dt="2024-02-04T07:59:29.600" v="19" actId="114"/>
          <ac:spMkLst>
            <pc:docMk/>
            <pc:sldMk cId="3135878589" sldId="358"/>
            <ac:spMk id="34" creationId="{8B2B414B-AC96-48AA-9B60-A0057BE91D28}"/>
          </ac:spMkLst>
        </pc:spChg>
      </pc:sldChg>
      <pc:sldChg chg="modSp mod">
        <pc:chgData name="Chung Chan" userId="d7da794639b52171" providerId="LiveId" clId="{1C3F1A74-5D79-4492-B5E3-297C503D59D0}" dt="2024-02-08T08:43:34.372" v="150" actId="20577"/>
        <pc:sldMkLst>
          <pc:docMk/>
          <pc:sldMk cId="1339407268" sldId="359"/>
        </pc:sldMkLst>
        <pc:spChg chg="mod">
          <ac:chgData name="Chung Chan" userId="d7da794639b52171" providerId="LiveId" clId="{1C3F1A74-5D79-4492-B5E3-297C503D59D0}" dt="2024-02-08T08:43:34.372" v="150" actId="20577"/>
          <ac:spMkLst>
            <pc:docMk/>
            <pc:sldMk cId="1339407268" sldId="359"/>
            <ac:spMk id="3" creationId="{F3C1280B-AC9B-4526-9C12-EEC874F03E12}"/>
          </ac:spMkLst>
        </pc:spChg>
      </pc:sldChg>
      <pc:sldChg chg="modSp">
        <pc:chgData name="Chung Chan" userId="d7da794639b52171" providerId="LiveId" clId="{1C3F1A74-5D79-4492-B5E3-297C503D59D0}" dt="2024-02-04T07:57:31.025" v="4" actId="114"/>
        <pc:sldMkLst>
          <pc:docMk/>
          <pc:sldMk cId="4086487719" sldId="360"/>
        </pc:sldMkLst>
        <pc:spChg chg="mod">
          <ac:chgData name="Chung Chan" userId="d7da794639b52171" providerId="LiveId" clId="{1C3F1A74-5D79-4492-B5E3-297C503D59D0}" dt="2024-02-04T07:57:25.211" v="3" actId="114"/>
          <ac:spMkLst>
            <pc:docMk/>
            <pc:sldMk cId="4086487719" sldId="360"/>
            <ac:spMk id="24" creationId="{6FE6F656-ECFC-4BCF-9091-AACF69509566}"/>
          </ac:spMkLst>
        </pc:spChg>
        <pc:spChg chg="mod">
          <ac:chgData name="Chung Chan" userId="d7da794639b52171" providerId="LiveId" clId="{1C3F1A74-5D79-4492-B5E3-297C503D59D0}" dt="2024-02-04T07:57:31.025" v="4" actId="114"/>
          <ac:spMkLst>
            <pc:docMk/>
            <pc:sldMk cId="4086487719" sldId="360"/>
            <ac:spMk id="25" creationId="{C0E08924-E344-4795-9226-2860E6E8DE85}"/>
          </ac:spMkLst>
        </pc:spChg>
      </pc:sldChg>
      <pc:sldChg chg="modSp modAnim">
        <pc:chgData name="Chung Chan" userId="d7da794639b52171" providerId="LiveId" clId="{1C3F1A74-5D79-4492-B5E3-297C503D59D0}" dt="2024-02-08T08:17:59.848" v="144"/>
        <pc:sldMkLst>
          <pc:docMk/>
          <pc:sldMk cId="2278277831" sldId="361"/>
        </pc:sldMkLst>
        <pc:spChg chg="mod">
          <ac:chgData name="Chung Chan" userId="d7da794639b52171" providerId="LiveId" clId="{1C3F1A74-5D79-4492-B5E3-297C503D59D0}" dt="2024-02-08T08:11:01.137" v="143" actId="113"/>
          <ac:spMkLst>
            <pc:docMk/>
            <pc:sldMk cId="2278277831" sldId="361"/>
            <ac:spMk id="3" creationId="{A9A4DEF2-EBA4-4984-9F63-2ABF50E22876}"/>
          </ac:spMkLst>
        </pc:spChg>
      </pc:sldChg>
      <pc:sldChg chg="modSp">
        <pc:chgData name="Chung Chan" userId="d7da794639b52171" providerId="LiveId" clId="{1C3F1A74-5D79-4492-B5E3-297C503D59D0}" dt="2024-02-04T07:58:44.393" v="14" actId="114"/>
        <pc:sldMkLst>
          <pc:docMk/>
          <pc:sldMk cId="786233047" sldId="366"/>
        </pc:sldMkLst>
        <pc:spChg chg="mod">
          <ac:chgData name="Chung Chan" userId="d7da794639b52171" providerId="LiveId" clId="{1C3F1A74-5D79-4492-B5E3-297C503D59D0}" dt="2024-02-04T07:58:26.126" v="10" actId="114"/>
          <ac:spMkLst>
            <pc:docMk/>
            <pc:sldMk cId="786233047" sldId="366"/>
            <ac:spMk id="19" creationId="{DEC402E6-ED12-490E-ABA4-89B689F686A2}"/>
          </ac:spMkLst>
        </pc:spChg>
        <pc:spChg chg="mod">
          <ac:chgData name="Chung Chan" userId="d7da794639b52171" providerId="LiveId" clId="{1C3F1A74-5D79-4492-B5E3-297C503D59D0}" dt="2024-02-04T07:58:35.676" v="12" actId="114"/>
          <ac:spMkLst>
            <pc:docMk/>
            <pc:sldMk cId="786233047" sldId="366"/>
            <ac:spMk id="20" creationId="{A9AA2659-8C18-42AC-B198-F5E23B167E03}"/>
          </ac:spMkLst>
        </pc:spChg>
        <pc:spChg chg="mod">
          <ac:chgData name="Chung Chan" userId="d7da794639b52171" providerId="LiveId" clId="{1C3F1A74-5D79-4492-B5E3-297C503D59D0}" dt="2024-02-04T07:58:31.714" v="11" actId="114"/>
          <ac:spMkLst>
            <pc:docMk/>
            <pc:sldMk cId="786233047" sldId="366"/>
            <ac:spMk id="34" creationId="{3AA6DB2A-0F5B-488B-B9E5-F67918C29305}"/>
          </ac:spMkLst>
        </pc:spChg>
        <pc:spChg chg="mod">
          <ac:chgData name="Chung Chan" userId="d7da794639b52171" providerId="LiveId" clId="{1C3F1A74-5D79-4492-B5E3-297C503D59D0}" dt="2024-02-04T07:58:39.894" v="13" actId="114"/>
          <ac:spMkLst>
            <pc:docMk/>
            <pc:sldMk cId="786233047" sldId="366"/>
            <ac:spMk id="35" creationId="{39477905-F2C1-41BB-9A72-182A6FBDBE16}"/>
          </ac:spMkLst>
        </pc:spChg>
        <pc:spChg chg="mod">
          <ac:chgData name="Chung Chan" userId="d7da794639b52171" providerId="LiveId" clId="{1C3F1A74-5D79-4492-B5E3-297C503D59D0}" dt="2024-02-04T07:58:44.393" v="14" actId="114"/>
          <ac:spMkLst>
            <pc:docMk/>
            <pc:sldMk cId="786233047" sldId="366"/>
            <ac:spMk id="43" creationId="{10DE852A-FCCA-41BD-9453-141FE9A44C54}"/>
          </ac:spMkLst>
        </pc:spChg>
        <pc:spChg chg="mod">
          <ac:chgData name="Chung Chan" userId="d7da794639b52171" providerId="LiveId" clId="{1C3F1A74-5D79-4492-B5E3-297C503D59D0}" dt="2024-02-04T07:58:21.827" v="9" actId="114"/>
          <ac:spMkLst>
            <pc:docMk/>
            <pc:sldMk cId="786233047" sldId="366"/>
            <ac:spMk id="46" creationId="{FBC06F3A-9EB0-4CE7-90A9-966017076114}"/>
          </ac:spMkLst>
        </pc:spChg>
      </pc:sldChg>
      <pc:sldChg chg="modSp">
        <pc:chgData name="Chung Chan" userId="d7da794639b52171" providerId="LiveId" clId="{1C3F1A74-5D79-4492-B5E3-297C503D59D0}" dt="2024-02-04T07:58:12.782" v="8" actId="114"/>
        <pc:sldMkLst>
          <pc:docMk/>
          <pc:sldMk cId="2348426758" sldId="367"/>
        </pc:sldMkLst>
        <pc:spChg chg="mod">
          <ac:chgData name="Chung Chan" userId="d7da794639b52171" providerId="LiveId" clId="{1C3F1A74-5D79-4492-B5E3-297C503D59D0}" dt="2024-02-04T07:57:59.113" v="5" actId="114"/>
          <ac:spMkLst>
            <pc:docMk/>
            <pc:sldMk cId="2348426758" sldId="367"/>
            <ac:spMk id="20" creationId="{6C9B0FD4-E9AD-4824-BA37-4C2031300BE6}"/>
          </ac:spMkLst>
        </pc:spChg>
        <pc:spChg chg="mod">
          <ac:chgData name="Chung Chan" userId="d7da794639b52171" providerId="LiveId" clId="{1C3F1A74-5D79-4492-B5E3-297C503D59D0}" dt="2024-02-04T07:58:09.426" v="7" actId="114"/>
          <ac:spMkLst>
            <pc:docMk/>
            <pc:sldMk cId="2348426758" sldId="367"/>
            <ac:spMk id="21" creationId="{69057B05-7C72-4482-B784-9109B783CA4A}"/>
          </ac:spMkLst>
        </pc:spChg>
        <pc:spChg chg="mod">
          <ac:chgData name="Chung Chan" userId="d7da794639b52171" providerId="LiveId" clId="{1C3F1A74-5D79-4492-B5E3-297C503D59D0}" dt="2024-02-04T07:58:03.638" v="6" actId="114"/>
          <ac:spMkLst>
            <pc:docMk/>
            <pc:sldMk cId="2348426758" sldId="367"/>
            <ac:spMk id="110" creationId="{4EB2A3C0-1822-48E9-A7B5-46820C9B404D}"/>
          </ac:spMkLst>
        </pc:spChg>
        <pc:spChg chg="mod">
          <ac:chgData name="Chung Chan" userId="d7da794639b52171" providerId="LiveId" clId="{1C3F1A74-5D79-4492-B5E3-297C503D59D0}" dt="2024-02-04T07:58:12.782" v="8" actId="114"/>
          <ac:spMkLst>
            <pc:docMk/>
            <pc:sldMk cId="2348426758" sldId="367"/>
            <ac:spMk id="111" creationId="{9E8DCB5D-68DF-4ACF-B4EF-4B548CA9C5D8}"/>
          </ac:spMkLst>
        </pc:spChg>
      </pc:sldChg>
      <pc:sldChg chg="modSp">
        <pc:chgData name="Chung Chan" userId="d7da794639b52171" providerId="LiveId" clId="{1C3F1A74-5D79-4492-B5E3-297C503D59D0}" dt="2024-02-04T07:58:59.624" v="17" actId="114"/>
        <pc:sldMkLst>
          <pc:docMk/>
          <pc:sldMk cId="2927780285" sldId="369"/>
        </pc:sldMkLst>
        <pc:spChg chg="mod">
          <ac:chgData name="Chung Chan" userId="d7da794639b52171" providerId="LiveId" clId="{1C3F1A74-5D79-4492-B5E3-297C503D59D0}" dt="2024-02-04T07:58:55.830" v="16" actId="114"/>
          <ac:spMkLst>
            <pc:docMk/>
            <pc:sldMk cId="2927780285" sldId="369"/>
            <ac:spMk id="19" creationId="{DEC402E6-ED12-490E-ABA4-89B689F686A2}"/>
          </ac:spMkLst>
        </pc:spChg>
        <pc:spChg chg="mod">
          <ac:chgData name="Chung Chan" userId="d7da794639b52171" providerId="LiveId" clId="{1C3F1A74-5D79-4492-B5E3-297C503D59D0}" dt="2024-02-04T07:58:59.624" v="17" actId="114"/>
          <ac:spMkLst>
            <pc:docMk/>
            <pc:sldMk cId="2927780285" sldId="369"/>
            <ac:spMk id="34" creationId="{3AA6DB2A-0F5B-488B-B9E5-F67918C29305}"/>
          </ac:spMkLst>
        </pc:spChg>
        <pc:spChg chg="mod">
          <ac:chgData name="Chung Chan" userId="d7da794639b52171" providerId="LiveId" clId="{1C3F1A74-5D79-4492-B5E3-297C503D59D0}" dt="2024-02-04T07:58:51.825" v="15" actId="114"/>
          <ac:spMkLst>
            <pc:docMk/>
            <pc:sldMk cId="2927780285" sldId="369"/>
            <ac:spMk id="46" creationId="{FBC06F3A-9EB0-4CE7-90A9-966017076114}"/>
          </ac:spMkLst>
        </pc:spChg>
      </pc:sldChg>
    </pc:docChg>
  </pc:docChgLst>
  <pc:docChgLst>
    <pc:chgData name="Chung Chan" userId="d7da794639b52171" providerId="Windows Live" clId="Web-{E9C19D9D-2973-423C-92D2-BA7C1893FF74}"/>
    <pc:docChg chg="modSld">
      <pc:chgData name="Chung Chan" userId="d7da794639b52171" providerId="Windows Live" clId="Web-{E9C19D9D-2973-423C-92D2-BA7C1893FF74}" dt="2021-01-21T05:53:05.732" v="13" actId="20577"/>
      <pc:docMkLst>
        <pc:docMk/>
      </pc:docMkLst>
      <pc:sldChg chg="modSp">
        <pc:chgData name="Chung Chan" userId="d7da794639b52171" providerId="Windows Live" clId="Web-{E9C19D9D-2973-423C-92D2-BA7C1893FF74}" dt="2021-01-21T05:53:05.732" v="13" actId="20577"/>
        <pc:sldMkLst>
          <pc:docMk/>
          <pc:sldMk cId="2188911461" sldId="256"/>
        </pc:sldMkLst>
        <pc:spChg chg="mod">
          <ac:chgData name="Chung Chan" userId="d7da794639b52171" providerId="Windows Live" clId="Web-{E9C19D9D-2973-423C-92D2-BA7C1893FF74}" dt="2021-01-21T05:53:05.732" v="13" actId="20577"/>
          <ac:spMkLst>
            <pc:docMk/>
            <pc:sldMk cId="2188911461" sldId="256"/>
            <ac:spMk id="3" creationId="{23F51099-156D-445A-92F9-38CE5A7FD37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19E8760-AE04-4568-ADD7-70CB1BCCA9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AE62D1-FAF9-4FFD-A517-B99BF93CE4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BB949-7059-4A5C-B30D-CC3871635D89}" type="datetimeFigureOut">
              <a:rPr lang="en-HK" smtClean="0"/>
              <a:t>8/2/2024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790681-A078-4EA9-83D8-332CDC977C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596E38-95FC-4BD4-953E-6A9D9896579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FC965-2B1A-41F6-BE55-2B8783F0D8A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1774270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F200E-EF78-4A61-86EF-50D3C5DCD303}" type="datetimeFigureOut">
              <a:rPr lang="en-HK" smtClean="0"/>
              <a:t>8/2/2024</a:t>
            </a:fld>
            <a:endParaRPr lang="en-H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64C18-E378-4A39-95CD-FBB97DCED50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35304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239" y="2514600"/>
            <a:ext cx="10258373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239" y="4777379"/>
            <a:ext cx="10258373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2AEC-DEC3-4393-9991-8B134F2D41DE}" type="datetime1">
              <a:rPr lang="en-US" smtClean="0"/>
              <a:t>2/8/2024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46238" y="6135808"/>
            <a:ext cx="8962973" cy="36512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 descr="http://www.cityu.edu.hk/cityu/about/images/cityu.png">
            <a:extLst>
              <a:ext uri="{FF2B5EF4-FFF2-40B4-BE49-F238E27FC236}">
                <a16:creationId xmlns:a16="http://schemas.microsoft.com/office/drawing/2014/main" id="{1E8EAD37-FA71-49EA-A38A-974224DC14C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04" y="123623"/>
            <a:ext cx="2828474" cy="226278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1491" y="624110"/>
            <a:ext cx="10273122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1490" y="2133600"/>
            <a:ext cx="10273122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9918-B8A2-460D-BD47-738E75826BED}" type="datetime1">
              <a:rPr lang="en-US" smtClean="0"/>
              <a:t>2/8/2024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4"/>
            <a:ext cx="98495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1490" y="714374"/>
            <a:ext cx="10273122" cy="51968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29F7-7ADA-499D-A86E-6205EDE19C4E}" type="datetime1">
              <a:rPr lang="en-US" smtClean="0"/>
              <a:t>2/8/2024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 userDrawn="1"/>
        </p:nvSpPr>
        <p:spPr bwMode="auto">
          <a:xfrm flipV="1">
            <a:off x="-4189" y="714374"/>
            <a:ext cx="98495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795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5C069-DD0C-46E1-9DD2-4D152F485C0A}" type="datetime1">
              <a:rPr lang="en-US" smtClean="0"/>
              <a:t>2/8/2024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 userDrawn="1"/>
        </p:nvSpPr>
        <p:spPr bwMode="auto">
          <a:xfrm flipV="1">
            <a:off x="-4189" y="714374"/>
            <a:ext cx="98495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126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1490" y="2058750"/>
            <a:ext cx="10273121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1490" y="3530129"/>
            <a:ext cx="10273121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BB862-4631-4875-8855-9A7901F612D9}" type="datetime1">
              <a:rPr lang="en-US" smtClean="0"/>
              <a:t>2/8/2024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31490" y="6135808"/>
            <a:ext cx="897772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Freeform 11">
            <a:extLst>
              <a:ext uri="{FF2B5EF4-FFF2-40B4-BE49-F238E27FC236}">
                <a16:creationId xmlns:a16="http://schemas.microsoft.com/office/drawing/2014/main" id="{A8A370AF-C12B-4AB3-800A-0EB8B59955A8}"/>
              </a:ext>
            </a:extLst>
          </p:cNvPr>
          <p:cNvSpPr/>
          <p:nvPr userDrawn="1"/>
        </p:nvSpPr>
        <p:spPr bwMode="auto">
          <a:xfrm flipV="1">
            <a:off x="0" y="3273901"/>
            <a:ext cx="98495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4744383-215B-4A17-B285-E4857357C447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98554" y="3347309"/>
            <a:ext cx="5329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231490" y="624110"/>
            <a:ext cx="10273121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2359" y="2118848"/>
            <a:ext cx="4787442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26222"/>
            <a:ext cx="5332410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B9530-7FFF-49D6-9450-341517AA5BB1}" type="datetime1">
              <a:rPr lang="en-US" smtClean="0"/>
              <a:t>2/8/2024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31490" y="6135808"/>
            <a:ext cx="897772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Freeform 11">
            <a:extLst>
              <a:ext uri="{FF2B5EF4-FFF2-40B4-BE49-F238E27FC236}">
                <a16:creationId xmlns:a16="http://schemas.microsoft.com/office/drawing/2014/main" id="{6A2F5DCE-DF77-459C-B01B-D3CAD8F3B631}"/>
              </a:ext>
            </a:extLst>
          </p:cNvPr>
          <p:cNvSpPr/>
          <p:nvPr userDrawn="1"/>
        </p:nvSpPr>
        <p:spPr bwMode="auto">
          <a:xfrm flipV="1">
            <a:off x="-4189" y="714374"/>
            <a:ext cx="98495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6DA5C3C-7551-40F6-AB6F-A0208703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4365" y="787782"/>
            <a:ext cx="532964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B20D9-F38F-4159-AA04-093B44B7B632}" type="datetime1">
              <a:rPr lang="en-US" smtClean="0"/>
              <a:t>2/8/2024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59F7E-9250-4B07-9B9A-6F9C44C51D6E}" type="datetime1">
              <a:rPr lang="en-US" smtClean="0"/>
              <a:t>2/8/2024</a:t>
            </a:fld>
            <a:endParaRPr lang="en-US" dirty="0"/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73CB070-CE73-40A2-9038-F3C6D8427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1490" y="624110"/>
            <a:ext cx="10273121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3F1B5E77-8F03-4370-B911-14CD3A32F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1490" y="6135808"/>
            <a:ext cx="897772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01257D70-F78A-4F1C-9ED0-3E550447006F}"/>
              </a:ext>
            </a:extLst>
          </p:cNvPr>
          <p:cNvSpPr/>
          <p:nvPr userDrawn="1"/>
        </p:nvSpPr>
        <p:spPr bwMode="auto">
          <a:xfrm flipV="1">
            <a:off x="-4189" y="714374"/>
            <a:ext cx="98495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830400B-48E9-45BE-8139-4D4143224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4365" y="787782"/>
            <a:ext cx="532964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ABB9D-D13F-47B3-943A-4C6D152CDB38}" type="datetime1">
              <a:rPr lang="en-US" smtClean="0"/>
              <a:t>2/8/2024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238866" y="6135808"/>
            <a:ext cx="8970346" cy="365125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93F8F-73EB-45C2-A02C-09481E10AC7D}" type="datetime1">
              <a:rPr lang="en-US" smtClean="0"/>
              <a:t>2/8/2024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0E2-05B4-4381-AD17-8CA19016F518}" type="datetime1">
              <a:rPr lang="en-US" smtClean="0"/>
              <a:t>2/8/2024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2FACD-D1DE-4119-98B4-03E2E285FB99}" type="datetime1">
              <a:rPr lang="en-US" smtClean="0"/>
              <a:t>2/8/2024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2C97-E66D-4283-90AE-AC5353E7C467}" type="datetime1">
              <a:rPr lang="en-US" smtClean="0"/>
              <a:t>2/8/2024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7BDC9-734D-475B-BF9D-97BE907881D6}" type="datetime1">
              <a:rPr lang="en-US" smtClean="0"/>
              <a:t>2/8/2024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B4745-9446-4BF7-BD43-C04F33501FC6}" type="datetime1">
              <a:rPr lang="en-US" smtClean="0"/>
              <a:t>2/8/2024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00804-8C01-471A-9809-54CB9D17A82F}" type="datetime1">
              <a:rPr lang="en-US" smtClean="0"/>
              <a:t>2/8/2024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2A6FD-96FB-4B67-8589-B876A8F22883}" type="datetime1">
              <a:rPr lang="en-US" smtClean="0"/>
              <a:t>2/8/2024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03B4B-F2DF-4512-B9CA-F91AB2B58887}" type="datetime1">
              <a:rPr lang="en-US" smtClean="0"/>
              <a:t>2/8/2024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1464224" cy="6638628"/>
            <a:chOff x="2487613" y="285750"/>
            <a:chExt cx="2428875" cy="5654676"/>
          </a:xfrm>
          <a:gradFill flip="none" rotWithShape="1">
            <a:gsLst>
              <a:gs pos="0">
                <a:schemeClr val="tx2"/>
              </a:gs>
              <a:gs pos="34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  <a:alpha val="0"/>
                </a:schemeClr>
              </a:gs>
            </a:gsLst>
            <a:lin ang="0" scaled="1"/>
            <a:tileRect/>
          </a:gra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-24158" y="-3977"/>
            <a:ext cx="1210128" cy="6854039"/>
            <a:chOff x="6627813" y="194833"/>
            <a:chExt cx="1952625" cy="5678918"/>
          </a:xfrm>
          <a:gradFill flip="none" rotWithShape="1">
            <a:gsLst>
              <a:gs pos="0">
                <a:schemeClr val="tx2"/>
              </a:gs>
              <a:gs pos="34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  <a:alpha val="0"/>
                </a:schemeClr>
              </a:gs>
            </a:gsLst>
            <a:lin ang="0" scaled="1"/>
            <a:tileRect/>
          </a:gradFill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3D7BE-2998-471C-B54F-AEA799C5582D}" type="datetime1">
              <a:rPr lang="en-US" smtClean="0"/>
              <a:t>2/8/2024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94365" y="787782"/>
            <a:ext cx="5329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5" r:id="rId3"/>
    <p:sldLayoutId id="2147483666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58" r:id="rId17"/>
    <p:sldLayoutId id="2147483659" r:id="rId18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10" Type="http://schemas.openxmlformats.org/officeDocument/2006/relationships/image" Target="../media/image60.png"/><Relationship Id="rId9" Type="http://schemas.openxmlformats.org/officeDocument/2006/relationships/image" Target="../media/image5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gif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22.png"/><Relationship Id="rId3" Type="http://schemas.openxmlformats.org/officeDocument/2006/relationships/image" Target="../media/image20.png"/><Relationship Id="rId7" Type="http://schemas.openxmlformats.org/officeDocument/2006/relationships/image" Target="../media/image160.png"/><Relationship Id="rId12" Type="http://schemas.openxmlformats.org/officeDocument/2006/relationships/image" Target="../media/image21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00.png"/><Relationship Id="rId5" Type="http://schemas.openxmlformats.org/officeDocument/2006/relationships/image" Target="../media/image17.png"/><Relationship Id="rId10" Type="http://schemas.openxmlformats.org/officeDocument/2006/relationships/image" Target="../media/image190.png"/><Relationship Id="rId4" Type="http://schemas.openxmlformats.org/officeDocument/2006/relationships/image" Target="../media/image24.png"/><Relationship Id="rId9" Type="http://schemas.openxmlformats.org/officeDocument/2006/relationships/image" Target="../media/image180.png"/><Relationship Id="rId1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140.png"/><Relationship Id="rId7" Type="http://schemas.openxmlformats.org/officeDocument/2006/relationships/image" Target="../media/image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0.png"/><Relationship Id="rId5" Type="http://schemas.openxmlformats.org/officeDocument/2006/relationships/image" Target="../media/image28.png"/><Relationship Id="rId10" Type="http://schemas.openxmlformats.org/officeDocument/2006/relationships/image" Target="../media/image29.png"/><Relationship Id="rId4" Type="http://schemas.openxmlformats.org/officeDocument/2006/relationships/image" Target="../media/image230.png"/><Relationship Id="rId9" Type="http://schemas.openxmlformats.org/officeDocument/2006/relationships/image" Target="../media/image28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3C951-4003-442E-AA72-5AE622C2EB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HK" dirty="0"/>
              <a:t>Classification:</a:t>
            </a:r>
            <a:br>
              <a:rPr lang="en-HK" dirty="0"/>
            </a:br>
            <a:r>
              <a:rPr lang="en-HK" sz="5400" dirty="0"/>
              <a:t>Learning from </a:t>
            </a:r>
            <a:r>
              <a:rPr lang="en-HK" sz="5400" dirty="0" err="1"/>
              <a:t>Neighbors</a:t>
            </a:r>
            <a:endParaRPr lang="en-H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F51099-156D-445A-92F9-38CE5A7FD3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HK" dirty="0"/>
              <a:t>C5483 Data Warehousing and Data Mining</a:t>
            </a:r>
          </a:p>
        </p:txBody>
      </p:sp>
    </p:spTree>
    <p:extLst>
      <p:ext uri="{BB962C8B-B14F-4D97-AF65-F5344CB8AC3E}">
        <p14:creationId xmlns:p14="http://schemas.microsoft.com/office/powerpoint/2010/main" val="2188911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20021215450748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1AFA4-B2BF-42D3-AEB9-B92AEA682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Nearest </a:t>
            </a:r>
            <a:r>
              <a:rPr lang="en-US" dirty="0"/>
              <a:t>Neighbor (NN) classifier</a:t>
            </a:r>
            <a:endParaRPr lang="en-H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HighlightTextShape202002121545074869">
                <a:extLst>
                  <a:ext uri="{FF2B5EF4-FFF2-40B4-BE49-F238E27FC236}">
                    <a16:creationId xmlns:a16="http://schemas.microsoft.com/office/drawing/2014/main" id="{ABEF1B84-F013-4DF2-97C5-133D07D41A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HK" dirty="0"/>
                  <a:t>Also called Instance-Based (IB) classifier: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HK" dirty="0"/>
                  <a:t>Find the closest example.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HK" dirty="0"/>
                  <a:t>Copy the class value.</a:t>
                </a:r>
              </a:p>
              <a:p>
                <a:r>
                  <a:rPr lang="en-HK" dirty="0"/>
                  <a:t>Pseudocode: </a:t>
                </a:r>
              </a:p>
              <a:p>
                <a:pPr marL="400050" lvl="1" indent="0">
                  <a:buNone/>
                </a:pPr>
                <a:r>
                  <a:rPr lang="en-HK" dirty="0">
                    <a:latin typeface="Consolas" panose="020B0609020204030204" pitchFamily="49" charset="0"/>
                  </a:rPr>
                  <a:t>input: labelled dataset </a:t>
                </a:r>
                <a14:m>
                  <m:oMath xmlns:m="http://schemas.openxmlformats.org/officeDocument/2006/math">
                    <m:r>
                      <a:rPr lang="en-HK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HK" dirty="0">
                    <a:latin typeface="Consolas" panose="020B0609020204030204" pitchFamily="49" charset="0"/>
                  </a:rPr>
                  <a:t>, input feature </a:t>
                </a:r>
                <a14:m>
                  <m:oMath xmlns:m="http://schemas.openxmlformats.org/officeDocument/2006/math">
                    <m:r>
                      <a:rPr lang="en-HK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HK" dirty="0">
                  <a:latin typeface="Consolas" panose="020B0609020204030204" pitchFamily="49" charset="0"/>
                </a:endParaRPr>
              </a:p>
              <a:p>
                <a:pPr marL="400050" lvl="1" indent="0">
                  <a:buNone/>
                </a:pPr>
                <a:r>
                  <a:rPr lang="en-HK" dirty="0">
                    <a:latin typeface="Consolas" panose="020B0609020204030204" pitchFamily="49" charset="0"/>
                  </a:rPr>
                  <a:t>output: predicted class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HK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HK" dirty="0">
                    <a:latin typeface="Consolas" panose="020B0609020204030204" pitchFamily="49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HK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HK" dirty="0">
                  <a:latin typeface="Consolas" panose="020B0609020204030204" pitchFamily="49" charset="0"/>
                </a:endParaRPr>
              </a:p>
              <a:p>
                <a:pPr marL="400050" lvl="1" indent="0">
                  <a:buNone/>
                </a:pPr>
                <a:r>
                  <a:rPr lang="en-HK" dirty="0">
                    <a:latin typeface="Consolas" panose="020B0609020204030204" pitchFamily="49" charset="0"/>
                  </a:rPr>
                  <a:t>find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HK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HK" b="1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HK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HK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HK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HK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HK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HK" dirty="0">
                    <a:latin typeface="Consolas" panose="020B0609020204030204" pitchFamily="49" charset="0"/>
                  </a:rPr>
                  <a:t> that minimizes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>
                        <a:latin typeface="Consolas" panose="020B0609020204030204" pitchFamily="49" charset="0"/>
                      </a:rPr>
                      <m:t>dist</m:t>
                    </m:r>
                    <m:r>
                      <a:rPr lang="en-HK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HK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HK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HK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HK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HK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HK" dirty="0">
                  <a:latin typeface="Consolas" panose="020B0609020204030204" pitchFamily="49" charset="0"/>
                </a:endParaRPr>
              </a:p>
              <a:p>
                <a:pPr marL="400050" lvl="1" indent="0">
                  <a:buNone/>
                </a:pPr>
                <a:r>
                  <a:rPr lang="en-HK" dirty="0">
                    <a:latin typeface="Consolas" panose="020B0609020204030204" pitchFamily="49" charset="0"/>
                  </a:rPr>
                  <a:t>return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HK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HK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HK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HK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HK" dirty="0">
                  <a:latin typeface="Consolas" panose="020B0609020204030204" pitchFamily="49" charset="0"/>
                </a:endParaRPr>
              </a:p>
              <a:p>
                <a:pPr marL="285750"/>
                <a:r>
                  <a:rPr lang="en-HK" dirty="0"/>
                  <a:t>What is the complexity?</a:t>
                </a:r>
              </a:p>
            </p:txBody>
          </p:sp>
        </mc:Choice>
        <mc:Fallback xmlns="">
          <p:sp>
            <p:nvSpPr>
              <p:cNvPr id="3" name="HighlightTextShape202002121545074869">
                <a:extLst>
                  <a:ext uri="{FF2B5EF4-FFF2-40B4-BE49-F238E27FC236}">
                    <a16:creationId xmlns:a16="http://schemas.microsoft.com/office/drawing/2014/main" id="{ABEF1B84-F013-4DF2-97C5-133D07D41A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15" t="-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0A2DB-12A0-4903-B722-694C5754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6" name="Group 46">
            <a:extLst>
              <a:ext uri="{FF2B5EF4-FFF2-40B4-BE49-F238E27FC236}">
                <a16:creationId xmlns:a16="http://schemas.microsoft.com/office/drawing/2014/main" id="{892E69E3-DF95-4187-88E0-C86BAC935FAE}"/>
              </a:ext>
            </a:extLst>
          </p:cNvPr>
          <p:cNvGrpSpPr/>
          <p:nvPr/>
        </p:nvGrpSpPr>
        <p:grpSpPr>
          <a:xfrm>
            <a:off x="7016106" y="1533025"/>
            <a:ext cx="1785258" cy="1883374"/>
            <a:chOff x="2680246" y="4027848"/>
            <a:chExt cx="1785258" cy="18833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4">
                  <a:extLst>
                    <a:ext uri="{FF2B5EF4-FFF2-40B4-BE49-F238E27FC236}">
                      <a16:creationId xmlns:a16="http://schemas.microsoft.com/office/drawing/2014/main" id="{AD8D02AB-E466-467F-A3F6-FD24ECAEB217}"/>
                    </a:ext>
                  </a:extLst>
                </p:cNvPr>
                <p:cNvSpPr/>
                <p:nvPr/>
              </p:nvSpPr>
              <p:spPr>
                <a:xfrm>
                  <a:off x="2680246" y="4433894"/>
                  <a:ext cx="1785258" cy="147732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</a:tabLst>
                  </a:pPr>
                  <a:r>
                    <a:rPr lang="en-HK" dirty="0"/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H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HK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HK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HK" dirty="0"/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H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HK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HK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HK" dirty="0"/>
                    <a:t>	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HK" i="0" smtClean="0">
                          <a:latin typeface="Cambria Math" panose="02040503050406030204" pitchFamily="18" charset="0"/>
                        </a:rPr>
                        <m:t>Y</m:t>
                      </m:r>
                    </m:oMath>
                  </a14:m>
                  <a:endParaRPr lang="en-HK" dirty="0"/>
                </a:p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</a:tabLst>
                  </a:pPr>
                  <a:r>
                    <a:rPr lang="en-HK" dirty="0"/>
                    <a:t>1.	0	0	0</a:t>
                  </a:r>
                </a:p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</a:tabLst>
                  </a:pPr>
                  <a:r>
                    <a:rPr lang="en-HK" dirty="0"/>
                    <a:t>2.	0	1	0</a:t>
                  </a:r>
                </a:p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</a:tabLst>
                  </a:pPr>
                  <a:r>
                    <a:rPr lang="en-HK" dirty="0"/>
                    <a:t>3.	1	0	0</a:t>
                  </a:r>
                </a:p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</a:tabLst>
                  </a:pPr>
                  <a:r>
                    <a:rPr lang="en-HK" dirty="0"/>
                    <a:t>4.	1	1	1</a:t>
                  </a:r>
                </a:p>
              </p:txBody>
            </p:sp>
          </mc:Choice>
          <mc:Fallback xmlns="">
            <p:sp>
              <p:nvSpPr>
                <p:cNvPr id="7" name="Rectangle 4">
                  <a:extLst>
                    <a:ext uri="{FF2B5EF4-FFF2-40B4-BE49-F238E27FC236}">
                      <a16:creationId xmlns:a16="http://schemas.microsoft.com/office/drawing/2014/main" id="{AD8D02AB-E466-467F-A3F6-FD24ECAEB2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0246" y="4433894"/>
                  <a:ext cx="1785258" cy="1477328"/>
                </a:xfrm>
                <a:prstGeom prst="rect">
                  <a:avLst/>
                </a:prstGeom>
                <a:blipFill>
                  <a:blip r:embed="rId3"/>
                  <a:stretch>
                    <a:fillRect l="-2817" b="-59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3B2097D9-51C9-4739-B60F-370DE03BE704}"/>
                    </a:ext>
                  </a:extLst>
                </p:cNvPr>
                <p:cNvSpPr/>
                <p:nvPr/>
              </p:nvSpPr>
              <p:spPr>
                <a:xfrm>
                  <a:off x="3509828" y="4027848"/>
                  <a:ext cx="41581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i="1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BA18C36E-0D34-46F0-B0F2-3B3EC3423A8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9828" y="4027848"/>
                  <a:ext cx="41581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HK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" name="Straight Connector 40">
            <a:extLst>
              <a:ext uri="{FF2B5EF4-FFF2-40B4-BE49-F238E27FC236}">
                <a16:creationId xmlns:a16="http://schemas.microsoft.com/office/drawing/2014/main" id="{2C7FB521-68A1-4FB6-962D-B50928B89321}"/>
              </a:ext>
            </a:extLst>
          </p:cNvPr>
          <p:cNvCxnSpPr>
            <a:cxnSpLocks/>
          </p:cNvCxnSpPr>
          <p:nvPr/>
        </p:nvCxnSpPr>
        <p:spPr>
          <a:xfrm flipV="1">
            <a:off x="8244776" y="4272358"/>
            <a:ext cx="352796" cy="318662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0" name="Group 18">
            <a:extLst>
              <a:ext uri="{FF2B5EF4-FFF2-40B4-BE49-F238E27FC236}">
                <a16:creationId xmlns:a16="http://schemas.microsoft.com/office/drawing/2014/main" id="{0F0A3E2C-CC2C-47C5-ADA2-BB97B1234890}"/>
              </a:ext>
            </a:extLst>
          </p:cNvPr>
          <p:cNvGrpSpPr/>
          <p:nvPr/>
        </p:nvGrpSpPr>
        <p:grpSpPr>
          <a:xfrm>
            <a:off x="6682777" y="3579723"/>
            <a:ext cx="2664378" cy="2654167"/>
            <a:chOff x="8477072" y="2133600"/>
            <a:chExt cx="2664378" cy="2654167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F8FDFFD-1DBF-4F86-8E4B-01D0D6F010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20175" y="2503448"/>
              <a:ext cx="0" cy="1874837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D864BC6-5CA5-4048-B62C-920786D6BEAE}"/>
                </a:ext>
              </a:extLst>
            </p:cNvPr>
            <p:cNvCxnSpPr>
              <a:cxnSpLocks/>
            </p:cNvCxnSpPr>
            <p:nvPr/>
          </p:nvCxnSpPr>
          <p:spPr>
            <a:xfrm>
              <a:off x="8791575" y="4181435"/>
              <a:ext cx="1890713" cy="0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B4FC334-E4C9-4B98-A40F-7D80E0173E95}"/>
                </a:ext>
              </a:extLst>
            </p:cNvPr>
            <p:cNvSpPr/>
            <p:nvPr/>
          </p:nvSpPr>
          <p:spPr>
            <a:xfrm>
              <a:off x="8653948" y="4247292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HK" dirty="0">
                  <a:solidFill>
                    <a:srgbClr val="00B0F0"/>
                  </a:solidFill>
                </a:rPr>
                <a:t>0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0B2A1EA-934F-40DA-AAC1-2790504FEBD1}"/>
                </a:ext>
              </a:extLst>
            </p:cNvPr>
            <p:cNvSpPr/>
            <p:nvPr/>
          </p:nvSpPr>
          <p:spPr>
            <a:xfrm>
              <a:off x="10228944" y="4418435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HK" dirty="0">
                  <a:solidFill>
                    <a:srgbClr val="00B0F0"/>
                  </a:solidFill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4A75B1D-F1FC-41FF-AD40-2D416EBAB832}"/>
                </a:ext>
              </a:extLst>
            </p:cNvPr>
            <p:cNvSpPr/>
            <p:nvPr/>
          </p:nvSpPr>
          <p:spPr>
            <a:xfrm>
              <a:off x="8477072" y="2638384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HK" dirty="0">
                  <a:solidFill>
                    <a:srgbClr val="00B0F0"/>
                  </a:solidFill>
                </a:rPr>
                <a:t>1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2C4A7B0-E437-48A7-AD75-8E24AD6590F2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 flipV="1">
              <a:off x="8789978" y="2816212"/>
              <a:ext cx="1687522" cy="6838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0109859-2FB2-4AA7-A14A-A5007B53F7F7}"/>
                </a:ext>
              </a:extLst>
            </p:cNvPr>
            <p:cNvCxnSpPr/>
            <p:nvPr/>
          </p:nvCxnSpPr>
          <p:spPr>
            <a:xfrm>
              <a:off x="8978900" y="3498822"/>
              <a:ext cx="1498600" cy="0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2F90589-8018-4292-9AE0-C9EB503755E0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>
              <a:off x="10385396" y="2876714"/>
              <a:ext cx="1" cy="1541721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5091054-3356-4EA3-8A6E-88B8E05DE4F8}"/>
                </a:ext>
              </a:extLst>
            </p:cNvPr>
            <p:cNvCxnSpPr/>
            <p:nvPr/>
          </p:nvCxnSpPr>
          <p:spPr>
            <a:xfrm rot="5400000">
              <a:off x="8953485" y="3508336"/>
              <a:ext cx="1498600" cy="0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2A6CBE1-D0EC-4B1D-8634-0F63B05D79E4}"/>
                </a:ext>
              </a:extLst>
            </p:cNvPr>
            <p:cNvSpPr/>
            <p:nvPr/>
          </p:nvSpPr>
          <p:spPr>
            <a:xfrm>
              <a:off x="10255401" y="2695042"/>
              <a:ext cx="256016" cy="256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HK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E3C0E25-EAFE-455A-B0AC-7E7C7CFA9153}"/>
                </a:ext>
              </a:extLst>
            </p:cNvPr>
            <p:cNvSpPr/>
            <p:nvPr/>
          </p:nvSpPr>
          <p:spPr>
            <a:xfrm>
              <a:off x="8892167" y="4057442"/>
              <a:ext cx="256016" cy="256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HK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1CD4A48-AA42-42CF-84E2-4BB61F2179B2}"/>
                </a:ext>
              </a:extLst>
            </p:cNvPr>
            <p:cNvSpPr/>
            <p:nvPr/>
          </p:nvSpPr>
          <p:spPr>
            <a:xfrm>
              <a:off x="8873184" y="2675756"/>
              <a:ext cx="256016" cy="256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HK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407A312-5BC2-4697-89DF-9CDAF8EB57E5}"/>
                </a:ext>
              </a:extLst>
            </p:cNvPr>
            <p:cNvSpPr/>
            <p:nvPr/>
          </p:nvSpPr>
          <p:spPr>
            <a:xfrm>
              <a:off x="10257388" y="4046587"/>
              <a:ext cx="256016" cy="256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HK" dirty="0">
                  <a:solidFill>
                    <a:schemeClr val="tx1"/>
                  </a:solidFill>
                </a:rPr>
                <a:t>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6FE6F656-ECFC-4BCF-9091-AACF69509566}"/>
                    </a:ext>
                  </a:extLst>
                </p:cNvPr>
                <p:cNvSpPr/>
                <p:nvPr/>
              </p:nvSpPr>
              <p:spPr>
                <a:xfrm>
                  <a:off x="8789978" y="2133600"/>
                  <a:ext cx="49507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HK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HK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6FE6F656-ECFC-4BCF-9091-AACF695095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978" y="2133600"/>
                  <a:ext cx="495071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C0E08924-E344-4795-9226-2860E6E8DE85}"/>
                    </a:ext>
                  </a:extLst>
                </p:cNvPr>
                <p:cNvSpPr/>
                <p:nvPr/>
              </p:nvSpPr>
              <p:spPr>
                <a:xfrm>
                  <a:off x="10651701" y="3989929"/>
                  <a:ext cx="48974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HK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HK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C0E08924-E344-4795-9226-2860E6E8DE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51701" y="3989929"/>
                  <a:ext cx="489749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Rectangle 34">
            <a:extLst>
              <a:ext uri="{FF2B5EF4-FFF2-40B4-BE49-F238E27FC236}">
                <a16:creationId xmlns:a16="http://schemas.microsoft.com/office/drawing/2014/main" id="{10C67EC3-C6DB-4EA0-99BA-2142BD610B88}"/>
              </a:ext>
            </a:extLst>
          </p:cNvPr>
          <p:cNvSpPr/>
          <p:nvPr/>
        </p:nvSpPr>
        <p:spPr>
          <a:xfrm>
            <a:off x="8116768" y="4465168"/>
            <a:ext cx="256016" cy="2560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HK" dirty="0">
                <a:solidFill>
                  <a:srgbClr val="FF0000"/>
                </a:solidFill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42">
                <a:extLst>
                  <a:ext uri="{FF2B5EF4-FFF2-40B4-BE49-F238E27FC236}">
                    <a16:creationId xmlns:a16="http://schemas.microsoft.com/office/drawing/2014/main" id="{5A3359CF-5CBC-4CEB-B6D6-229711433664}"/>
                  </a:ext>
                </a:extLst>
              </p:cNvPr>
              <p:cNvSpPr/>
              <p:nvPr/>
            </p:nvSpPr>
            <p:spPr>
              <a:xfrm>
                <a:off x="8504552" y="4431208"/>
                <a:ext cx="17892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HK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(0.75,0.75)</m:t>
                      </m:r>
                    </m:oMath>
                  </m:oMathPara>
                </a14:m>
                <a:endParaRPr lang="en-HK" dirty="0"/>
              </a:p>
            </p:txBody>
          </p:sp>
        </mc:Choice>
        <mc:Fallback xmlns="">
          <p:sp>
            <p:nvSpPr>
              <p:cNvPr id="29" name="Rectangle 42">
                <a:extLst>
                  <a:ext uri="{FF2B5EF4-FFF2-40B4-BE49-F238E27FC236}">
                    <a16:creationId xmlns:a16="http://schemas.microsoft.com/office/drawing/2014/main" id="{5A3359CF-5CBC-4CEB-B6D6-2297114336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4552" y="4431208"/>
                <a:ext cx="1789271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43">
                <a:extLst>
                  <a:ext uri="{FF2B5EF4-FFF2-40B4-BE49-F238E27FC236}">
                    <a16:creationId xmlns:a16="http://schemas.microsoft.com/office/drawing/2014/main" id="{D53D0002-7114-4271-AFD6-CE61BF7FFF21}"/>
                  </a:ext>
                </a:extLst>
              </p:cNvPr>
              <p:cNvSpPr/>
              <p:nvPr/>
            </p:nvSpPr>
            <p:spPr>
              <a:xfrm>
                <a:off x="8815874" y="3981421"/>
                <a:ext cx="18830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H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HK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HK" b="1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HK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HK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HK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=(1,1,1)</m:t>
                      </m:r>
                    </m:oMath>
                  </m:oMathPara>
                </a14:m>
                <a:endParaRPr lang="en-HK" dirty="0"/>
              </a:p>
            </p:txBody>
          </p:sp>
        </mc:Choice>
        <mc:Fallback xmlns="">
          <p:sp>
            <p:nvSpPr>
              <p:cNvPr id="30" name="Rectangle 43">
                <a:extLst>
                  <a:ext uri="{FF2B5EF4-FFF2-40B4-BE49-F238E27FC236}">
                    <a16:creationId xmlns:a16="http://schemas.microsoft.com/office/drawing/2014/main" id="{D53D0002-7114-4271-AFD6-CE61BF7FFF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874" y="3981421"/>
                <a:ext cx="1883080" cy="369332"/>
              </a:xfrm>
              <a:prstGeom prst="rect">
                <a:avLst/>
              </a:prstGeom>
              <a:blipFill>
                <a:blip r:embed="rId10"/>
                <a:stretch>
                  <a:fillRect b="-18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44">
                <a:extLst>
                  <a:ext uri="{FF2B5EF4-FFF2-40B4-BE49-F238E27FC236}">
                    <a16:creationId xmlns:a16="http://schemas.microsoft.com/office/drawing/2014/main" id="{9C37AC17-F5E9-4670-A126-0D797851F81A}"/>
                  </a:ext>
                </a:extLst>
              </p:cNvPr>
              <p:cNvSpPr/>
              <p:nvPr/>
            </p:nvSpPr>
            <p:spPr>
              <a:xfrm>
                <a:off x="10265904" y="4425935"/>
                <a:ext cx="8122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HK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HK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HK" dirty="0"/>
              </a:p>
            </p:txBody>
          </p:sp>
        </mc:Choice>
        <mc:Fallback xmlns="">
          <p:sp>
            <p:nvSpPr>
              <p:cNvPr id="31" name="Rectangle 44">
                <a:extLst>
                  <a:ext uri="{FF2B5EF4-FFF2-40B4-BE49-F238E27FC236}">
                    <a16:creationId xmlns:a16="http://schemas.microsoft.com/office/drawing/2014/main" id="{9C37AC17-F5E9-4670-A126-0D797851F8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5904" y="4425935"/>
                <a:ext cx="812210" cy="369332"/>
              </a:xfrm>
              <a:prstGeom prst="rect">
                <a:avLst/>
              </a:prstGeom>
              <a:blipFill>
                <a:blip r:embed="rId11"/>
                <a:stretch>
                  <a:fillRect t="-3279"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6487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mph" presetSubtype="2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1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2290A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mph" presetSubtype="2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1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2290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3" presetClass="emph" presetSubtype="2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1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mph" presetSubtype="2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" dur="1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2290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" presetID="3" presetClass="emph" presetSubtype="2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1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mph" presetSubtype="2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1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2290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" presetID="3" presetClass="emph" presetSubtype="2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1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mph" presetSubtype="2" fill="hold" grpId="1" nodeType="click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1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5"/>
      <p:bldP spid="3" grpId="1" uiExpand="1" build="p" bldLvl="5"/>
      <p:bldP spid="26" grpId="0" uiExpand="1" animBg="1"/>
      <p:bldP spid="29" grpId="0" uiExpand="1"/>
      <p:bldP spid="30" grpId="0" uiExpand="1"/>
      <p:bldP spid="31" grpId="0" uiExpan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87AF5-F5EE-4F11-91E3-AA35EB52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Nearest </a:t>
            </a:r>
            <a:r>
              <a:rPr lang="en-US" dirty="0"/>
              <a:t>neighbor (NN) classifier</a:t>
            </a:r>
            <a:endParaRPr lang="en-H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A4DEF2-EBA4-4984-9F63-2ABF50E228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HK" dirty="0"/>
                  <a:t>With a dataset of size </a:t>
                </a:r>
                <a14:m>
                  <m:oMath xmlns:m="http://schemas.openxmlformats.org/officeDocument/2006/math">
                    <m:r>
                      <a:rPr lang="en-HK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HK" dirty="0"/>
                  <a:t> with dimension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HK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HK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HK" i="1">
                        <a:latin typeface="Cambria Math" panose="02040503050406030204" pitchFamily="18" charset="0"/>
                      </a:rPr>
                      <m:t>(________)</m:t>
                    </m:r>
                  </m:oMath>
                </a14:m>
                <a:r>
                  <a:rPr lang="en-HK" dirty="0"/>
                  <a:t> to train.</a:t>
                </a:r>
              </a:p>
              <a:p>
                <a:pPr lvl="1"/>
                <a:r>
                  <a:rPr lang="en-HK" dirty="0"/>
                  <a:t>What is the knowledge learned? L____  learning algorithm. </a:t>
                </a:r>
              </a:p>
              <a:p>
                <a14:m>
                  <m:oMath xmlns:m="http://schemas.openxmlformats.org/officeDocument/2006/math">
                    <m:r>
                      <a:rPr lang="en-HK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HK" b="0" i="1" smtClean="0">
                        <a:latin typeface="Cambria Math" panose="02040503050406030204" pitchFamily="18" charset="0"/>
                      </a:rPr>
                      <m:t>(________)</m:t>
                    </m:r>
                  </m:oMath>
                </a14:m>
                <a:r>
                  <a:rPr lang="en-HK" dirty="0"/>
                  <a:t> to classify.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HK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HK" i="1">
                            <a:latin typeface="Cambria Math" panose="02040503050406030204" pitchFamily="18" charset="0"/>
                          </a:rPr>
                          <m:t>________</m:t>
                        </m:r>
                      </m:e>
                    </m:d>
                  </m:oMath>
                </a14:m>
                <a:r>
                  <a:rPr lang="en-HK" dirty="0"/>
                  <a:t> on </a:t>
                </a:r>
                <a:r>
                  <a:rPr lang="en-HK" b="1" dirty="0"/>
                  <a:t>average</a:t>
                </a:r>
                <a:r>
                  <a:rPr lang="en-HK" dirty="0"/>
                  <a:t> possible by pre-sorting data into search tree (</a:t>
                </a:r>
                <a14:m>
                  <m:oMath xmlns:m="http://schemas.openxmlformats.org/officeDocument/2006/math">
                    <m:r>
                      <a:rPr lang="en-US" b="0" i="1" u="sng" dirty="0" smtClean="0">
                        <a:latin typeface="Cambria Math" panose="02040503050406030204" pitchFamily="18" charset="0"/>
                      </a:rPr>
                      <m:t>                </m:t>
                    </m:r>
                  </m:oMath>
                </a14:m>
                <a:r>
                  <a:rPr lang="en-HK" dirty="0"/>
                  <a:t> tree) if </a:t>
                </a:r>
                <a14:m>
                  <m:oMath xmlns:m="http://schemas.openxmlformats.org/officeDocument/2006/math">
                    <m:r>
                      <a:rPr lang="en-HK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≫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HK" dirty="0"/>
                  <a:t>.</a:t>
                </a:r>
              </a:p>
              <a:p>
                <a:pPr lvl="1"/>
                <a:r>
                  <a:rPr lang="en-HK" dirty="0"/>
                  <a:t>Speed up using </a:t>
                </a:r>
                <a:r>
                  <a:rPr lang="en-HK" b="1" dirty="0"/>
                  <a:t>partial distance</a:t>
                </a:r>
                <a:r>
                  <a:rPr lang="en-HK" dirty="0"/>
                  <a:t>, </a:t>
                </a:r>
                <a:r>
                  <a:rPr lang="en-HK" b="1" dirty="0"/>
                  <a:t>editing</a:t>
                </a:r>
                <a:r>
                  <a:rPr lang="en-HK" dirty="0"/>
                  <a:t>/</a:t>
                </a:r>
                <a:r>
                  <a:rPr lang="en-HK" b="1" dirty="0"/>
                  <a:t>pruning</a:t>
                </a:r>
                <a:r>
                  <a:rPr lang="en-HK" dirty="0"/>
                  <a:t>/</a:t>
                </a:r>
                <a:r>
                  <a:rPr lang="en-HK" b="1" dirty="0"/>
                  <a:t>condensing.</a:t>
                </a:r>
                <a:r>
                  <a:rPr lang="en-HK" dirty="0"/>
                  <a:t> </a:t>
                </a:r>
              </a:p>
              <a:p>
                <a:pPr marL="0" indent="0">
                  <a:buNone/>
                </a:pPr>
                <a:r>
                  <a:rPr lang="en-HK" dirty="0"/>
                  <a:t>Does NN classifier make good decision?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A4DEF2-EBA4-4984-9F63-2ABF50E228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5" t="-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504FC-194B-460B-A743-A207173E6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2B02B-AB6B-420C-BF9B-23BFE08A2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regions and boundaries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ED078-DA1F-4DBF-9A54-EF6B7A8BA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1490" y="1905000"/>
            <a:ext cx="10273122" cy="4006222"/>
          </a:xfrm>
        </p:spPr>
        <p:txBody>
          <a:bodyPr/>
          <a:lstStyle/>
          <a:p>
            <a:r>
              <a:rPr lang="en-US" dirty="0"/>
              <a:t>Decision boundaries separate regions with different decisions (</a:t>
            </a:r>
            <a:r>
              <a:rPr lang="en-US" b="1" dirty="0"/>
              <a:t>decision r________</a:t>
            </a:r>
            <a:r>
              <a:rPr lang="en-US" dirty="0"/>
              <a:t>).</a:t>
            </a:r>
          </a:p>
          <a:p>
            <a:r>
              <a:rPr lang="en-US" dirty="0"/>
              <a:t>What are the decision boundaries for a NN classifier?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decision boundaries for NN classifier can be obtained from V__________ diagram.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0BDD8-8F90-4357-A26B-1D0071AF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6" name="Group 18">
            <a:extLst>
              <a:ext uri="{FF2B5EF4-FFF2-40B4-BE49-F238E27FC236}">
                <a16:creationId xmlns:a16="http://schemas.microsoft.com/office/drawing/2014/main" id="{1B05033D-E144-4D91-882A-799D588B77B0}"/>
              </a:ext>
            </a:extLst>
          </p:cNvPr>
          <p:cNvGrpSpPr/>
          <p:nvPr/>
        </p:nvGrpSpPr>
        <p:grpSpPr>
          <a:xfrm>
            <a:off x="1574356" y="2920879"/>
            <a:ext cx="2664378" cy="2654167"/>
            <a:chOff x="8477072" y="2133600"/>
            <a:chExt cx="2664378" cy="2654167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A24724B-DC81-4C03-86C6-46C7C967F4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20175" y="2503448"/>
              <a:ext cx="0" cy="1874837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3B52B4E-1FBB-4137-8ED5-69E0988A7D67}"/>
                </a:ext>
              </a:extLst>
            </p:cNvPr>
            <p:cNvCxnSpPr>
              <a:cxnSpLocks/>
            </p:cNvCxnSpPr>
            <p:nvPr/>
          </p:nvCxnSpPr>
          <p:spPr>
            <a:xfrm>
              <a:off x="8791575" y="4181435"/>
              <a:ext cx="1890713" cy="0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EDD709-4C4E-4B37-9AA9-805F2750A585}"/>
                </a:ext>
              </a:extLst>
            </p:cNvPr>
            <p:cNvSpPr/>
            <p:nvPr/>
          </p:nvSpPr>
          <p:spPr>
            <a:xfrm>
              <a:off x="8653948" y="4247292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HK" dirty="0">
                  <a:solidFill>
                    <a:srgbClr val="00B0F0"/>
                  </a:solidFill>
                </a:rPr>
                <a:t>0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489407-6C8E-48CB-8B02-AFDA7229186F}"/>
                </a:ext>
              </a:extLst>
            </p:cNvPr>
            <p:cNvSpPr/>
            <p:nvPr/>
          </p:nvSpPr>
          <p:spPr>
            <a:xfrm>
              <a:off x="10228944" y="4418435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HK" dirty="0">
                  <a:solidFill>
                    <a:srgbClr val="00B0F0"/>
                  </a:solidFill>
                </a:rPr>
                <a:t>1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9DC80C-75A1-4A46-9311-16DF4DBFD732}"/>
                </a:ext>
              </a:extLst>
            </p:cNvPr>
            <p:cNvSpPr/>
            <p:nvPr/>
          </p:nvSpPr>
          <p:spPr>
            <a:xfrm>
              <a:off x="8477072" y="2638384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HK" dirty="0">
                  <a:solidFill>
                    <a:srgbClr val="00B0F0"/>
                  </a:solidFill>
                </a:rPr>
                <a:t>1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7BDF7A-81EA-4FC7-8E29-FF55FB5500EA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V="1">
              <a:off x="8789978" y="2816212"/>
              <a:ext cx="1687522" cy="6838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9AD77D5-5AC9-4D38-A9BB-E681CC56743A}"/>
                </a:ext>
              </a:extLst>
            </p:cNvPr>
            <p:cNvCxnSpPr/>
            <p:nvPr/>
          </p:nvCxnSpPr>
          <p:spPr>
            <a:xfrm>
              <a:off x="8978900" y="3498822"/>
              <a:ext cx="1498600" cy="0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7539D1F-2AAA-4BA0-BE62-012F4F4E3112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10385396" y="2876714"/>
              <a:ext cx="1" cy="1541721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28182B4-1814-4993-94A0-9921FAA31F8B}"/>
                </a:ext>
              </a:extLst>
            </p:cNvPr>
            <p:cNvCxnSpPr/>
            <p:nvPr/>
          </p:nvCxnSpPr>
          <p:spPr>
            <a:xfrm rot="5400000">
              <a:off x="8953485" y="3508336"/>
              <a:ext cx="1498600" cy="0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6A80624-A57A-4C22-99D5-0AC634A44510}"/>
                </a:ext>
              </a:extLst>
            </p:cNvPr>
            <p:cNvSpPr/>
            <p:nvPr/>
          </p:nvSpPr>
          <p:spPr>
            <a:xfrm>
              <a:off x="10255401" y="2695042"/>
              <a:ext cx="256016" cy="256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HK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178C451-26FC-4E89-9772-8135F7F55A2F}"/>
                </a:ext>
              </a:extLst>
            </p:cNvPr>
            <p:cNvSpPr/>
            <p:nvPr/>
          </p:nvSpPr>
          <p:spPr>
            <a:xfrm>
              <a:off x="8892167" y="4057442"/>
              <a:ext cx="256016" cy="256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HK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AA3C3AF-87E5-4B3D-88AB-BD288CCDB6D0}"/>
                </a:ext>
              </a:extLst>
            </p:cNvPr>
            <p:cNvSpPr/>
            <p:nvPr/>
          </p:nvSpPr>
          <p:spPr>
            <a:xfrm>
              <a:off x="8873184" y="2675756"/>
              <a:ext cx="256016" cy="256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HK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2D77B33-7320-41E5-8BD5-21F8A107D591}"/>
                </a:ext>
              </a:extLst>
            </p:cNvPr>
            <p:cNvSpPr/>
            <p:nvPr/>
          </p:nvSpPr>
          <p:spPr>
            <a:xfrm>
              <a:off x="10257388" y="4046587"/>
              <a:ext cx="256016" cy="256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HK" dirty="0">
                  <a:solidFill>
                    <a:schemeClr val="tx1"/>
                  </a:solidFill>
                </a:rPr>
                <a:t>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6C9B0FD4-E9AD-4824-BA37-4C2031300BE6}"/>
                    </a:ext>
                  </a:extLst>
                </p:cNvPr>
                <p:cNvSpPr/>
                <p:nvPr/>
              </p:nvSpPr>
              <p:spPr>
                <a:xfrm>
                  <a:off x="8789978" y="2133600"/>
                  <a:ext cx="49507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HK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HK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6C9B0FD4-E9AD-4824-BA37-4C2031300B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978" y="2133600"/>
                  <a:ext cx="495071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69057B05-7C72-4482-B784-9109B783CA4A}"/>
                    </a:ext>
                  </a:extLst>
                </p:cNvPr>
                <p:cNvSpPr/>
                <p:nvPr/>
              </p:nvSpPr>
              <p:spPr>
                <a:xfrm>
                  <a:off x="10651701" y="3989929"/>
                  <a:ext cx="48974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HK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HK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69057B05-7C72-4482-B784-9109B783CA4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51701" y="3989929"/>
                  <a:ext cx="489749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3" name="Straight Connector 37">
            <a:extLst>
              <a:ext uri="{FF2B5EF4-FFF2-40B4-BE49-F238E27FC236}">
                <a16:creationId xmlns:a16="http://schemas.microsoft.com/office/drawing/2014/main" id="{C8BA92A8-BF6D-48C9-8AB0-AD0492B7E3DC}"/>
              </a:ext>
            </a:extLst>
          </p:cNvPr>
          <p:cNvCxnSpPr>
            <a:cxnSpLocks/>
          </p:cNvCxnSpPr>
          <p:nvPr/>
        </p:nvCxnSpPr>
        <p:spPr>
          <a:xfrm>
            <a:off x="2800069" y="3198945"/>
            <a:ext cx="0" cy="10787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41">
            <a:extLst>
              <a:ext uri="{FF2B5EF4-FFF2-40B4-BE49-F238E27FC236}">
                <a16:creationId xmlns:a16="http://schemas.microsoft.com/office/drawing/2014/main" id="{26E164DF-B73E-4E3E-A8A6-8C6969563FA2}"/>
              </a:ext>
            </a:extLst>
          </p:cNvPr>
          <p:cNvCxnSpPr>
            <a:cxnSpLocks/>
          </p:cNvCxnSpPr>
          <p:nvPr/>
        </p:nvCxnSpPr>
        <p:spPr>
          <a:xfrm rot="5400000">
            <a:off x="3339460" y="3746710"/>
            <a:ext cx="0" cy="10787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47">
            <a:extLst>
              <a:ext uri="{FF2B5EF4-FFF2-40B4-BE49-F238E27FC236}">
                <a16:creationId xmlns:a16="http://schemas.microsoft.com/office/drawing/2014/main" id="{9F2AF6C4-0C3C-4B50-BF7E-555E7014323E}"/>
              </a:ext>
            </a:extLst>
          </p:cNvPr>
          <p:cNvSpPr txBox="1"/>
          <p:nvPr/>
        </p:nvSpPr>
        <p:spPr>
          <a:xfrm>
            <a:off x="2825484" y="2825059"/>
            <a:ext cx="229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decision boundary</a:t>
            </a:r>
          </a:p>
        </p:txBody>
      </p:sp>
      <p:grpSp>
        <p:nvGrpSpPr>
          <p:cNvPr id="96" name="Group 1">
            <a:extLst>
              <a:ext uri="{FF2B5EF4-FFF2-40B4-BE49-F238E27FC236}">
                <a16:creationId xmlns:a16="http://schemas.microsoft.com/office/drawing/2014/main" id="{5503C6A3-18E8-45D7-A778-5F5C3AAD971A}"/>
              </a:ext>
            </a:extLst>
          </p:cNvPr>
          <p:cNvGrpSpPr/>
          <p:nvPr/>
        </p:nvGrpSpPr>
        <p:grpSpPr>
          <a:xfrm>
            <a:off x="5571355" y="2885046"/>
            <a:ext cx="3102368" cy="2654167"/>
            <a:chOff x="8514385" y="1655618"/>
            <a:chExt cx="3102368" cy="2654167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28F38663-1F41-4F8E-8D3B-59E1927B930D}"/>
                </a:ext>
              </a:extLst>
            </p:cNvPr>
            <p:cNvGrpSpPr/>
            <p:nvPr/>
          </p:nvGrpSpPr>
          <p:grpSpPr>
            <a:xfrm>
              <a:off x="8514385" y="1655618"/>
              <a:ext cx="3102368" cy="2654167"/>
              <a:chOff x="8039082" y="2133600"/>
              <a:chExt cx="3102368" cy="2654167"/>
            </a:xfrm>
          </p:grpSpPr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9B849F4F-5665-44BF-9476-E0E6CD50F2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20175" y="2503448"/>
                <a:ext cx="0" cy="1874837"/>
              </a:xfrm>
              <a:prstGeom prst="straightConnector1">
                <a:avLst/>
              </a:prstGeom>
              <a:ln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CF14418B-2E0B-4A9B-BD69-69FD1549EF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91575" y="4181435"/>
                <a:ext cx="1890713" cy="0"/>
              </a:xfrm>
              <a:prstGeom prst="straightConnector1">
                <a:avLst/>
              </a:prstGeom>
              <a:ln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AF215AA1-7F96-4824-9C48-F6D1A27A8F1F}"/>
                  </a:ext>
                </a:extLst>
              </p:cNvPr>
              <p:cNvSpPr/>
              <p:nvPr/>
            </p:nvSpPr>
            <p:spPr>
              <a:xfrm>
                <a:off x="8653948" y="4247292"/>
                <a:ext cx="3129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HK" dirty="0">
                    <a:solidFill>
                      <a:srgbClr val="00B0F0"/>
                    </a:solidFill>
                  </a:rPr>
                  <a:t>0</a:t>
                </a: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23574804-5029-4282-AA6F-14A731AA27AA}"/>
                  </a:ext>
                </a:extLst>
              </p:cNvPr>
              <p:cNvSpPr/>
              <p:nvPr/>
            </p:nvSpPr>
            <p:spPr>
              <a:xfrm>
                <a:off x="10228944" y="4418435"/>
                <a:ext cx="3129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HK" dirty="0">
                    <a:solidFill>
                      <a:srgbClr val="00B0F0"/>
                    </a:solidFill>
                  </a:rPr>
                  <a:t>1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875F5D4B-66F0-4D4E-BFAD-198FDB8DE634}"/>
                  </a:ext>
                </a:extLst>
              </p:cNvPr>
              <p:cNvSpPr/>
              <p:nvPr/>
            </p:nvSpPr>
            <p:spPr>
              <a:xfrm>
                <a:off x="8477072" y="2638384"/>
                <a:ext cx="3129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HK" dirty="0">
                    <a:solidFill>
                      <a:srgbClr val="00B0F0"/>
                    </a:solidFill>
                  </a:rPr>
                  <a:t>1</a:t>
                </a:r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871B1B15-2111-4BFC-ACA2-F3A4BF9FB600}"/>
                  </a:ext>
                </a:extLst>
              </p:cNvPr>
              <p:cNvCxnSpPr>
                <a:cxnSpLocks/>
                <a:stCxn id="103" idx="3"/>
              </p:cNvCxnSpPr>
              <p:nvPr/>
            </p:nvCxnSpPr>
            <p:spPr>
              <a:xfrm flipV="1">
                <a:off x="8789978" y="2816212"/>
                <a:ext cx="1687522" cy="6838"/>
              </a:xfrm>
              <a:prstGeom prst="line">
                <a:avLst/>
              </a:prstGeom>
              <a:ln>
                <a:solidFill>
                  <a:srgbClr val="00B0F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A2022957-4E03-4420-B9B4-5799766649A0}"/>
                  </a:ext>
                </a:extLst>
              </p:cNvPr>
              <p:cNvCxnSpPr/>
              <p:nvPr/>
            </p:nvCxnSpPr>
            <p:spPr>
              <a:xfrm>
                <a:off x="8978900" y="3498822"/>
                <a:ext cx="1498600" cy="0"/>
              </a:xfrm>
              <a:prstGeom prst="line">
                <a:avLst/>
              </a:prstGeom>
              <a:ln>
                <a:solidFill>
                  <a:srgbClr val="00B0F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63EF8450-7101-40A0-A422-57027C095A7D}"/>
                  </a:ext>
                </a:extLst>
              </p:cNvPr>
              <p:cNvCxnSpPr>
                <a:cxnSpLocks/>
                <a:endCxn id="102" idx="0"/>
              </p:cNvCxnSpPr>
              <p:nvPr/>
            </p:nvCxnSpPr>
            <p:spPr>
              <a:xfrm>
                <a:off x="10385396" y="2876714"/>
                <a:ext cx="1" cy="1541721"/>
              </a:xfrm>
              <a:prstGeom prst="line">
                <a:avLst/>
              </a:prstGeom>
              <a:ln>
                <a:solidFill>
                  <a:srgbClr val="00B0F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94743A70-9597-4CAD-A8DC-E0302DE990BB}"/>
                  </a:ext>
                </a:extLst>
              </p:cNvPr>
              <p:cNvCxnSpPr/>
              <p:nvPr/>
            </p:nvCxnSpPr>
            <p:spPr>
              <a:xfrm rot="5400000">
                <a:off x="8953485" y="3508336"/>
                <a:ext cx="1498600" cy="0"/>
              </a:xfrm>
              <a:prstGeom prst="line">
                <a:avLst/>
              </a:prstGeom>
              <a:ln>
                <a:solidFill>
                  <a:srgbClr val="00B0F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B3AF4B47-E7F3-44A0-9CDB-B3F55BE548B2}"/>
                  </a:ext>
                </a:extLst>
              </p:cNvPr>
              <p:cNvSpPr/>
              <p:nvPr/>
            </p:nvSpPr>
            <p:spPr>
              <a:xfrm>
                <a:off x="10255401" y="3363005"/>
                <a:ext cx="256016" cy="2560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HK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76910198-D02C-47FF-8536-FEA589304A94}"/>
                  </a:ext>
                </a:extLst>
              </p:cNvPr>
              <p:cNvSpPr/>
              <p:nvPr/>
            </p:nvSpPr>
            <p:spPr>
              <a:xfrm>
                <a:off x="8873184" y="4062626"/>
                <a:ext cx="256016" cy="2560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HK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Rectangle 109">
                    <a:extLst>
                      <a:ext uri="{FF2B5EF4-FFF2-40B4-BE49-F238E27FC236}">
                        <a16:creationId xmlns:a16="http://schemas.microsoft.com/office/drawing/2014/main" id="{4EB2A3C0-1822-48E9-A7B5-46820C9B404D}"/>
                      </a:ext>
                    </a:extLst>
                  </p:cNvPr>
                  <p:cNvSpPr/>
                  <p:nvPr/>
                </p:nvSpPr>
                <p:spPr>
                  <a:xfrm>
                    <a:off x="8789978" y="2133600"/>
                    <a:ext cx="49507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HK" i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HK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HK" dirty="0"/>
                  </a:p>
                </p:txBody>
              </p:sp>
            </mc:Choice>
            <mc:Fallback xmlns="">
              <p:sp>
                <p:nvSpPr>
                  <p:cNvPr id="110" name="Rectangle 109">
                    <a:extLst>
                      <a:ext uri="{FF2B5EF4-FFF2-40B4-BE49-F238E27FC236}">
                        <a16:creationId xmlns:a16="http://schemas.microsoft.com/office/drawing/2014/main" id="{4EB2A3C0-1822-48E9-A7B5-46820C9B404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89978" y="2133600"/>
                    <a:ext cx="495071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1" name="Rectangle 110">
                    <a:extLst>
                      <a:ext uri="{FF2B5EF4-FFF2-40B4-BE49-F238E27FC236}">
                        <a16:creationId xmlns:a16="http://schemas.microsoft.com/office/drawing/2014/main" id="{9E8DCB5D-68DF-4ACF-B4EF-4B548CA9C5D8}"/>
                      </a:ext>
                    </a:extLst>
                  </p:cNvPr>
                  <p:cNvSpPr/>
                  <p:nvPr/>
                </p:nvSpPr>
                <p:spPr>
                  <a:xfrm>
                    <a:off x="10651701" y="3989929"/>
                    <a:ext cx="48974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HK" i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HK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HK" dirty="0"/>
                  </a:p>
                </p:txBody>
              </p:sp>
            </mc:Choice>
            <mc:Fallback xmlns="">
              <p:sp>
                <p:nvSpPr>
                  <p:cNvPr id="111" name="Rectangle 110">
                    <a:extLst>
                      <a:ext uri="{FF2B5EF4-FFF2-40B4-BE49-F238E27FC236}">
                        <a16:creationId xmlns:a16="http://schemas.microsoft.com/office/drawing/2014/main" id="{9E8DCB5D-68DF-4ACF-B4EF-4B548CA9C5D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1701" y="3989929"/>
                    <a:ext cx="489749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7970FE80-FF68-412D-B52D-2BD126F07041}"/>
                  </a:ext>
                </a:extLst>
              </p:cNvPr>
              <p:cNvSpPr/>
              <p:nvPr/>
            </p:nvSpPr>
            <p:spPr>
              <a:xfrm>
                <a:off x="8039082" y="2133600"/>
                <a:ext cx="4828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HK" dirty="0"/>
                  <a:t>Ex:</a:t>
                </a:r>
              </a:p>
            </p:txBody>
          </p:sp>
        </p:grp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40E9A4C-841F-4749-837E-0CD1ED6A99D6}"/>
                </a:ext>
              </a:extLst>
            </p:cNvPr>
            <p:cNvSpPr/>
            <p:nvPr/>
          </p:nvSpPr>
          <p:spPr>
            <a:xfrm>
              <a:off x="9348487" y="2892832"/>
              <a:ext cx="256016" cy="256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HK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60C4DF7B-6F27-4232-9F9F-6A7321537B1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8848" y="7059893"/>
            <a:ext cx="3434348" cy="1191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842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3.7037E-6 L -1.45833E-6 -0.61134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05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ontent Placeholder 44">
            <a:extLst>
              <a:ext uri="{FF2B5EF4-FFF2-40B4-BE49-F238E27FC236}">
                <a16:creationId xmlns:a16="http://schemas.microsoft.com/office/drawing/2014/main" id="{F0BAE116-69CE-4DCA-B2F6-4B6DC995A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1490" y="2141998"/>
            <a:ext cx="10273122" cy="3769223"/>
          </a:xfrm>
        </p:spPr>
        <p:txBody>
          <a:bodyPr numCol="1">
            <a:normAutofit/>
          </a:bodyPr>
          <a:lstStyle/>
          <a:p>
            <a:r>
              <a:rPr lang="en-HK" dirty="0"/>
              <a:t>Consider predicting weight using height and age. Will the decision regions/boundaries depend on the unit, e.g., cm vs m?</a:t>
            </a:r>
          </a:p>
          <a:p>
            <a:endParaRPr lang="en-HK" dirty="0"/>
          </a:p>
          <a:p>
            <a:endParaRPr lang="en-HK" dirty="0"/>
          </a:p>
          <a:p>
            <a:endParaRPr lang="en-HK" dirty="0"/>
          </a:p>
          <a:p>
            <a:endParaRPr lang="en-HK" dirty="0"/>
          </a:p>
          <a:p>
            <a:endParaRPr lang="en-HK" dirty="0"/>
          </a:p>
          <a:p>
            <a:pPr marL="0" indent="0">
              <a:buNone/>
            </a:pPr>
            <a:endParaRPr lang="en-HK" dirty="0"/>
          </a:p>
        </p:txBody>
      </p:sp>
      <p:cxnSp>
        <p:nvCxnSpPr>
          <p:cNvPr id="50" name="Straight Connector 37">
            <a:extLst>
              <a:ext uri="{FF2B5EF4-FFF2-40B4-BE49-F238E27FC236}">
                <a16:creationId xmlns:a16="http://schemas.microsoft.com/office/drawing/2014/main" id="{82E16163-76AA-4171-80B7-49817032B370}"/>
              </a:ext>
            </a:extLst>
          </p:cNvPr>
          <p:cNvCxnSpPr>
            <a:cxnSpLocks/>
          </p:cNvCxnSpPr>
          <p:nvPr/>
        </p:nvCxnSpPr>
        <p:spPr>
          <a:xfrm flipH="1">
            <a:off x="3958174" y="4218968"/>
            <a:ext cx="1372576" cy="66941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336C869-254E-423A-9EEE-20CDCBC23722}"/>
              </a:ext>
            </a:extLst>
          </p:cNvPr>
          <p:cNvGrpSpPr/>
          <p:nvPr/>
        </p:nvGrpSpPr>
        <p:grpSpPr>
          <a:xfrm>
            <a:off x="6420024" y="2824271"/>
            <a:ext cx="2664378" cy="2654167"/>
            <a:chOff x="8477072" y="2133600"/>
            <a:chExt cx="2664378" cy="2654167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19766A8-7B3D-4B0D-821E-A0BED3036B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20175" y="2503448"/>
              <a:ext cx="0" cy="1874837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140F78B-2B46-4F30-BADC-D0730359BBCC}"/>
                </a:ext>
              </a:extLst>
            </p:cNvPr>
            <p:cNvCxnSpPr>
              <a:cxnSpLocks/>
            </p:cNvCxnSpPr>
            <p:nvPr/>
          </p:nvCxnSpPr>
          <p:spPr>
            <a:xfrm>
              <a:off x="8791575" y="4181435"/>
              <a:ext cx="1890713" cy="0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7B83627-3FC3-46E1-9160-A1C69AD36D7A}"/>
                </a:ext>
              </a:extLst>
            </p:cNvPr>
            <p:cNvSpPr/>
            <p:nvPr/>
          </p:nvSpPr>
          <p:spPr>
            <a:xfrm>
              <a:off x="8653948" y="4247292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HK" dirty="0">
                  <a:solidFill>
                    <a:srgbClr val="00B0F0"/>
                  </a:solidFill>
                </a:rPr>
                <a:t>0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512932E-6C6F-4452-BC70-36CF6608B1F5}"/>
                </a:ext>
              </a:extLst>
            </p:cNvPr>
            <p:cNvSpPr/>
            <p:nvPr/>
          </p:nvSpPr>
          <p:spPr>
            <a:xfrm>
              <a:off x="10228944" y="4418435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HK" dirty="0">
                  <a:solidFill>
                    <a:srgbClr val="00B0F0"/>
                  </a:solidFill>
                </a:rPr>
                <a:t>1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0B15BE5-D5A3-4947-BFE8-53A82AD30256}"/>
                </a:ext>
              </a:extLst>
            </p:cNvPr>
            <p:cNvSpPr/>
            <p:nvPr/>
          </p:nvSpPr>
          <p:spPr>
            <a:xfrm>
              <a:off x="8477072" y="2638384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HK" dirty="0">
                  <a:solidFill>
                    <a:srgbClr val="00B0F0"/>
                  </a:solidFill>
                </a:rPr>
                <a:t>1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0429C62-E21E-4F09-A726-FCAD0537F8BE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 flipV="1">
              <a:off x="8789978" y="2816212"/>
              <a:ext cx="1687522" cy="6838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93D4C7C-1FC7-4DD7-89D7-494DAA20D0F4}"/>
                </a:ext>
              </a:extLst>
            </p:cNvPr>
            <p:cNvCxnSpPr/>
            <p:nvPr/>
          </p:nvCxnSpPr>
          <p:spPr>
            <a:xfrm>
              <a:off x="8978900" y="3498822"/>
              <a:ext cx="1498600" cy="0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B349497-0277-4934-84FC-A20BB81AF367}"/>
                </a:ext>
              </a:extLst>
            </p:cNvPr>
            <p:cNvCxnSpPr>
              <a:cxnSpLocks/>
              <a:endCxn id="25" idx="0"/>
            </p:cNvCxnSpPr>
            <p:nvPr/>
          </p:nvCxnSpPr>
          <p:spPr>
            <a:xfrm>
              <a:off x="10385396" y="2876714"/>
              <a:ext cx="1" cy="1541721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32F2590-09DC-4372-9B01-E26ACAB1308C}"/>
                </a:ext>
              </a:extLst>
            </p:cNvPr>
            <p:cNvCxnSpPr/>
            <p:nvPr/>
          </p:nvCxnSpPr>
          <p:spPr>
            <a:xfrm rot="5400000">
              <a:off x="8953485" y="3508336"/>
              <a:ext cx="1498600" cy="0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1DB7EE0-BFF9-4D77-8AFD-DF5B78805B6A}"/>
                </a:ext>
              </a:extLst>
            </p:cNvPr>
            <p:cNvSpPr/>
            <p:nvPr/>
          </p:nvSpPr>
          <p:spPr>
            <a:xfrm>
              <a:off x="10255401" y="2695042"/>
              <a:ext cx="256016" cy="256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HK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055BCE5-3F49-44B9-8510-86119D1A925E}"/>
                </a:ext>
              </a:extLst>
            </p:cNvPr>
            <p:cNvSpPr/>
            <p:nvPr/>
          </p:nvSpPr>
          <p:spPr>
            <a:xfrm>
              <a:off x="8892167" y="4057442"/>
              <a:ext cx="256016" cy="256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HK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0009D90-9897-48FA-AFD7-E13DC0D16BF6}"/>
                </a:ext>
              </a:extLst>
            </p:cNvPr>
            <p:cNvSpPr/>
            <p:nvPr/>
          </p:nvSpPr>
          <p:spPr>
            <a:xfrm>
              <a:off x="8873184" y="2675756"/>
              <a:ext cx="256016" cy="256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HK" dirty="0">
                  <a:solidFill>
                    <a:schemeClr val="tx1"/>
                  </a:solidFill>
                </a:rPr>
                <a:t>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3AA6DB2A-0F5B-488B-B9E5-F67918C29305}"/>
                    </a:ext>
                  </a:extLst>
                </p:cNvPr>
                <p:cNvSpPr/>
                <p:nvPr/>
              </p:nvSpPr>
              <p:spPr>
                <a:xfrm>
                  <a:off x="8789978" y="2133600"/>
                  <a:ext cx="62331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HK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HK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HK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3AA6DB2A-0F5B-488B-B9E5-F67918C293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978" y="2133600"/>
                  <a:ext cx="623312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39477905-F2C1-41BB-9A72-182A6FBDBE16}"/>
                    </a:ext>
                  </a:extLst>
                </p:cNvPr>
                <p:cNvSpPr/>
                <p:nvPr/>
              </p:nvSpPr>
              <p:spPr>
                <a:xfrm>
                  <a:off x="10651701" y="3989929"/>
                  <a:ext cx="48974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HK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HK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39477905-F2C1-41BB-9A72-182A6FBDBE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51701" y="3989929"/>
                  <a:ext cx="489749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6" name="Straight Connector 37">
            <a:extLst>
              <a:ext uri="{FF2B5EF4-FFF2-40B4-BE49-F238E27FC236}">
                <a16:creationId xmlns:a16="http://schemas.microsoft.com/office/drawing/2014/main" id="{1561D56A-CC2C-47C1-92C1-1C1C56DBC7BF}"/>
              </a:ext>
            </a:extLst>
          </p:cNvPr>
          <p:cNvCxnSpPr>
            <a:cxnSpLocks/>
          </p:cNvCxnSpPr>
          <p:nvPr/>
        </p:nvCxnSpPr>
        <p:spPr>
          <a:xfrm>
            <a:off x="4643199" y="4542083"/>
            <a:ext cx="190506" cy="3894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7">
            <a:extLst>
              <a:ext uri="{FF2B5EF4-FFF2-40B4-BE49-F238E27FC236}">
                <a16:creationId xmlns:a16="http://schemas.microsoft.com/office/drawing/2014/main" id="{36870082-699A-4D2F-A799-BA639D5CBC38}"/>
              </a:ext>
            </a:extLst>
          </p:cNvPr>
          <p:cNvCxnSpPr>
            <a:cxnSpLocks/>
          </p:cNvCxnSpPr>
          <p:nvPr/>
        </p:nvCxnSpPr>
        <p:spPr>
          <a:xfrm>
            <a:off x="7645737" y="3102337"/>
            <a:ext cx="0" cy="10787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7">
            <a:extLst>
              <a:ext uri="{FF2B5EF4-FFF2-40B4-BE49-F238E27FC236}">
                <a16:creationId xmlns:a16="http://schemas.microsoft.com/office/drawing/2014/main" id="{3F89293A-270E-44E0-AC6B-08A1DAD215FC}"/>
              </a:ext>
            </a:extLst>
          </p:cNvPr>
          <p:cNvCxnSpPr>
            <a:cxnSpLocks/>
          </p:cNvCxnSpPr>
          <p:nvPr/>
        </p:nvCxnSpPr>
        <p:spPr>
          <a:xfrm>
            <a:off x="7645737" y="4181120"/>
            <a:ext cx="680624" cy="6909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">
                <a:extLst>
                  <a:ext uri="{FF2B5EF4-FFF2-40B4-BE49-F238E27FC236}">
                    <a16:creationId xmlns:a16="http://schemas.microsoft.com/office/drawing/2014/main" id="{10DE852A-FCCA-41BD-9453-141FE9A44C54}"/>
                  </a:ext>
                </a:extLst>
              </p:cNvPr>
              <p:cNvSpPr/>
              <p:nvPr/>
            </p:nvSpPr>
            <p:spPr>
              <a:xfrm>
                <a:off x="9046909" y="3581913"/>
                <a:ext cx="1785258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HK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HK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HK" i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endParaRPr lang="en-HK" dirty="0"/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1.	0	0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2.	0	1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4.	1	1	1</a:t>
                </a:r>
              </a:p>
            </p:txBody>
          </p:sp>
        </mc:Choice>
        <mc:Fallback xmlns="">
          <p:sp>
            <p:nvSpPr>
              <p:cNvPr id="43" name="Rectangle 4">
                <a:extLst>
                  <a:ext uri="{FF2B5EF4-FFF2-40B4-BE49-F238E27FC236}">
                    <a16:creationId xmlns:a16="http://schemas.microsoft.com/office/drawing/2014/main" id="{10DE852A-FCCA-41BD-9453-141FE9A44C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6909" y="3581913"/>
                <a:ext cx="1785258" cy="1200329"/>
              </a:xfrm>
              <a:prstGeom prst="rect">
                <a:avLst/>
              </a:prstGeom>
              <a:blipFill>
                <a:blip r:embed="rId4"/>
                <a:stretch>
                  <a:fillRect l="-2730" b="-7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itle 43">
            <a:extLst>
              <a:ext uri="{FF2B5EF4-FFF2-40B4-BE49-F238E27FC236}">
                <a16:creationId xmlns:a16="http://schemas.microsoft.com/office/drawing/2014/main" id="{D2C5CA71-EBA2-483A-AE3A-69BF381BF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NN without normalization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">
                <a:extLst>
                  <a:ext uri="{FF2B5EF4-FFF2-40B4-BE49-F238E27FC236}">
                    <a16:creationId xmlns:a16="http://schemas.microsoft.com/office/drawing/2014/main" id="{FBC06F3A-9EB0-4CE7-90A9-966017076114}"/>
                  </a:ext>
                </a:extLst>
              </p:cNvPr>
              <p:cNvSpPr/>
              <p:nvPr/>
            </p:nvSpPr>
            <p:spPr>
              <a:xfrm>
                <a:off x="1435516" y="3625535"/>
                <a:ext cx="1785258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HK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HK" i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endParaRPr lang="en-HK" dirty="0"/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1.	0	0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2.	0	0.5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4.	1	0.5	1</a:t>
                </a:r>
              </a:p>
            </p:txBody>
          </p:sp>
        </mc:Choice>
        <mc:Fallback xmlns="">
          <p:sp>
            <p:nvSpPr>
              <p:cNvPr id="46" name="Rectangle 4">
                <a:extLst>
                  <a:ext uri="{FF2B5EF4-FFF2-40B4-BE49-F238E27FC236}">
                    <a16:creationId xmlns:a16="http://schemas.microsoft.com/office/drawing/2014/main" id="{FBC06F3A-9EB0-4CE7-90A9-9660170761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516" y="3625535"/>
                <a:ext cx="1785258" cy="1200329"/>
              </a:xfrm>
              <a:prstGeom prst="rect">
                <a:avLst/>
              </a:prstGeom>
              <a:blipFill>
                <a:blip r:embed="rId5"/>
                <a:stretch>
                  <a:fillRect l="-2730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EB1FA485-DF5A-4549-A130-CADF7755881E}"/>
              </a:ext>
            </a:extLst>
          </p:cNvPr>
          <p:cNvGrpSpPr/>
          <p:nvPr/>
        </p:nvGrpSpPr>
        <p:grpSpPr>
          <a:xfrm>
            <a:off x="3424413" y="2832814"/>
            <a:ext cx="2664378" cy="2654167"/>
            <a:chOff x="8952375" y="1655618"/>
            <a:chExt cx="2664378" cy="26541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8EAE212-B43B-4522-BAEA-22529DB2C4B9}"/>
                </a:ext>
              </a:extLst>
            </p:cNvPr>
            <p:cNvGrpSpPr/>
            <p:nvPr/>
          </p:nvGrpSpPr>
          <p:grpSpPr>
            <a:xfrm>
              <a:off x="8952375" y="1655618"/>
              <a:ext cx="2664378" cy="2654167"/>
              <a:chOff x="8477072" y="2133600"/>
              <a:chExt cx="2664378" cy="2654167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2FE765D1-2844-46B0-B0CD-F1F6914AC3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20175" y="2503448"/>
                <a:ext cx="0" cy="1874837"/>
              </a:xfrm>
              <a:prstGeom prst="straightConnector1">
                <a:avLst/>
              </a:prstGeom>
              <a:ln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DED4F170-EA48-4FEF-A913-19F3F3038B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91575" y="4181435"/>
                <a:ext cx="1890713" cy="0"/>
              </a:xfrm>
              <a:prstGeom prst="straightConnector1">
                <a:avLst/>
              </a:prstGeom>
              <a:ln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41BB58F-7E82-4E29-8DC6-92804CBC0B26}"/>
                  </a:ext>
                </a:extLst>
              </p:cNvPr>
              <p:cNvSpPr/>
              <p:nvPr/>
            </p:nvSpPr>
            <p:spPr>
              <a:xfrm>
                <a:off x="8653948" y="4247292"/>
                <a:ext cx="3129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HK" dirty="0">
                    <a:solidFill>
                      <a:srgbClr val="00B0F0"/>
                    </a:solidFill>
                  </a:rPr>
                  <a:t>0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7A4B9AA-880D-47FB-A571-3008B98FA042}"/>
                  </a:ext>
                </a:extLst>
              </p:cNvPr>
              <p:cNvSpPr/>
              <p:nvPr/>
            </p:nvSpPr>
            <p:spPr>
              <a:xfrm>
                <a:off x="10228944" y="4418435"/>
                <a:ext cx="3129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HK" dirty="0">
                    <a:solidFill>
                      <a:srgbClr val="00B0F0"/>
                    </a:solidFill>
                  </a:rPr>
                  <a:t>1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25EB9A8-033E-4DE9-9A24-FB7C2E8CB336}"/>
                  </a:ext>
                </a:extLst>
              </p:cNvPr>
              <p:cNvSpPr/>
              <p:nvPr/>
            </p:nvSpPr>
            <p:spPr>
              <a:xfrm>
                <a:off x="8477072" y="2638384"/>
                <a:ext cx="3129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HK" dirty="0">
                    <a:solidFill>
                      <a:srgbClr val="00B0F0"/>
                    </a:solidFill>
                  </a:rPr>
                  <a:t>1</a:t>
                </a:r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738329FD-0498-48B6-8D13-7318DBFD7F5B}"/>
                  </a:ext>
                </a:extLst>
              </p:cNvPr>
              <p:cNvCxnSpPr>
                <a:cxnSpLocks/>
                <a:stCxn id="10" idx="3"/>
              </p:cNvCxnSpPr>
              <p:nvPr/>
            </p:nvCxnSpPr>
            <p:spPr>
              <a:xfrm flipV="1">
                <a:off x="8789978" y="2816212"/>
                <a:ext cx="1687522" cy="6838"/>
              </a:xfrm>
              <a:prstGeom prst="line">
                <a:avLst/>
              </a:prstGeom>
              <a:ln>
                <a:solidFill>
                  <a:srgbClr val="00B0F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CB0CB60C-F6B1-4284-9968-D27B0ECC29B1}"/>
                  </a:ext>
                </a:extLst>
              </p:cNvPr>
              <p:cNvCxnSpPr/>
              <p:nvPr/>
            </p:nvCxnSpPr>
            <p:spPr>
              <a:xfrm>
                <a:off x="8978900" y="3498822"/>
                <a:ext cx="1498600" cy="0"/>
              </a:xfrm>
              <a:prstGeom prst="line">
                <a:avLst/>
              </a:prstGeom>
              <a:ln>
                <a:solidFill>
                  <a:srgbClr val="00B0F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1A97AB4-A752-43EF-9E81-5181519B464D}"/>
                  </a:ext>
                </a:extLst>
              </p:cNvPr>
              <p:cNvCxnSpPr>
                <a:cxnSpLocks/>
                <a:endCxn id="9" idx="0"/>
              </p:cNvCxnSpPr>
              <p:nvPr/>
            </p:nvCxnSpPr>
            <p:spPr>
              <a:xfrm>
                <a:off x="10385396" y="2876714"/>
                <a:ext cx="1" cy="1541721"/>
              </a:xfrm>
              <a:prstGeom prst="line">
                <a:avLst/>
              </a:prstGeom>
              <a:ln>
                <a:solidFill>
                  <a:srgbClr val="00B0F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C2B5058-802A-467F-AAC0-A7C0B839A906}"/>
                  </a:ext>
                </a:extLst>
              </p:cNvPr>
              <p:cNvCxnSpPr/>
              <p:nvPr/>
            </p:nvCxnSpPr>
            <p:spPr>
              <a:xfrm rot="5400000">
                <a:off x="8953485" y="3508336"/>
                <a:ext cx="1498600" cy="0"/>
              </a:xfrm>
              <a:prstGeom prst="line">
                <a:avLst/>
              </a:prstGeom>
              <a:ln>
                <a:solidFill>
                  <a:srgbClr val="00B0F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11FDE9B-9F25-4823-B93D-A9F83D281CA3}"/>
                  </a:ext>
                </a:extLst>
              </p:cNvPr>
              <p:cNvSpPr/>
              <p:nvPr/>
            </p:nvSpPr>
            <p:spPr>
              <a:xfrm>
                <a:off x="10255401" y="3363005"/>
                <a:ext cx="256016" cy="2560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HK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D2E2592-DC24-4898-90B6-DCD5051BBB66}"/>
                  </a:ext>
                </a:extLst>
              </p:cNvPr>
              <p:cNvSpPr/>
              <p:nvPr/>
            </p:nvSpPr>
            <p:spPr>
              <a:xfrm>
                <a:off x="8873184" y="4062626"/>
                <a:ext cx="256016" cy="2560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HK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DEC402E6-ED12-490E-ABA4-89B689F686A2}"/>
                      </a:ext>
                    </a:extLst>
                  </p:cNvPr>
                  <p:cNvSpPr/>
                  <p:nvPr/>
                </p:nvSpPr>
                <p:spPr>
                  <a:xfrm>
                    <a:off x="8789978" y="2133600"/>
                    <a:ext cx="49507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HK" i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HK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HK" dirty="0"/>
                  </a:p>
                </p:txBody>
              </p:sp>
            </mc:Choice>
            <mc:Fallback xmlns=""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DEC402E6-ED12-490E-ABA4-89B689F686A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89978" y="2133600"/>
                    <a:ext cx="495071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A9AA2659-8C18-42AC-B198-F5E23B167E03}"/>
                      </a:ext>
                    </a:extLst>
                  </p:cNvPr>
                  <p:cNvSpPr/>
                  <p:nvPr/>
                </p:nvSpPr>
                <p:spPr>
                  <a:xfrm>
                    <a:off x="10651701" y="3989929"/>
                    <a:ext cx="48974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HK" i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HK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HK" dirty="0"/>
                  </a:p>
                </p:txBody>
              </p:sp>
            </mc:Choice>
            <mc:Fallback xmlns="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A9AA2659-8C18-42AC-B198-F5E23B167E0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1701" y="3989929"/>
                    <a:ext cx="489749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5AD04B4-C95B-413A-8EBA-9757CE2F4B9C}"/>
                </a:ext>
              </a:extLst>
            </p:cNvPr>
            <p:cNvSpPr/>
            <p:nvPr/>
          </p:nvSpPr>
          <p:spPr>
            <a:xfrm>
              <a:off x="9348487" y="2892832"/>
              <a:ext cx="256016" cy="256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HK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cxnSp>
        <p:nvCxnSpPr>
          <p:cNvPr id="49" name="Straight Connector 37">
            <a:extLst>
              <a:ext uri="{FF2B5EF4-FFF2-40B4-BE49-F238E27FC236}">
                <a16:creationId xmlns:a16="http://schemas.microsoft.com/office/drawing/2014/main" id="{8C3063E0-D059-4204-9F25-537E364EE029}"/>
              </a:ext>
            </a:extLst>
          </p:cNvPr>
          <p:cNvCxnSpPr>
            <a:cxnSpLocks/>
          </p:cNvCxnSpPr>
          <p:nvPr/>
        </p:nvCxnSpPr>
        <p:spPr>
          <a:xfrm flipH="1">
            <a:off x="4643228" y="3221251"/>
            <a:ext cx="4911" cy="13432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B62287-62ED-467C-B859-7C417838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E63A4AC-C0AE-4D1A-B768-7825EDFEE838}"/>
                  </a:ext>
                </a:extLst>
              </p:cNvPr>
              <p:cNvSpPr txBox="1"/>
              <p:nvPr/>
            </p:nvSpPr>
            <p:spPr>
              <a:xfrm>
                <a:off x="5455653" y="5578170"/>
                <a:ext cx="48013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Same decision regions? </a:t>
                </a:r>
                <a:r>
                  <a:rPr lang="en-US" u="sng" dirty="0"/>
                  <a:t>Yes/No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</a:rPr>
                  <a:t>Hint: Check the classification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(0.75,0).</m:t>
                    </m:r>
                  </m:oMath>
                </a14:m>
                <a:endParaRPr lang="en-US" i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E63A4AC-C0AE-4D1A-B768-7825EDFEE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5653" y="5578170"/>
                <a:ext cx="4801314" cy="646331"/>
              </a:xfrm>
              <a:prstGeom prst="rect">
                <a:avLst/>
              </a:prstGeom>
              <a:blipFill>
                <a:blip r:embed="rId8"/>
                <a:stretch>
                  <a:fillRect l="-1142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6233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47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ontent Placeholder 44">
                <a:extLst>
                  <a:ext uri="{FF2B5EF4-FFF2-40B4-BE49-F238E27FC236}">
                    <a16:creationId xmlns:a16="http://schemas.microsoft.com/office/drawing/2014/main" id="{F0BAE116-69CE-4DCA-B2F6-4B6DC995A0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31490" y="2141997"/>
                <a:ext cx="10273122" cy="4312413"/>
              </a:xfrm>
            </p:spPr>
            <p:txBody>
              <a:bodyPr numCol="1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↦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∈[0,1]</m:t>
                      </m:r>
                    </m:oMath>
                  </m:oMathPara>
                </a14:m>
                <a:endParaRPr lang="en-HK" dirty="0"/>
              </a:p>
              <a:p>
                <a:endParaRPr lang="en-HK" dirty="0"/>
              </a:p>
              <a:p>
                <a:endParaRPr lang="en-HK" dirty="0"/>
              </a:p>
              <a:p>
                <a:endParaRPr lang="en-HK" dirty="0"/>
              </a:p>
              <a:p>
                <a:endParaRPr lang="en-HK" dirty="0"/>
              </a:p>
              <a:p>
                <a:endParaRPr lang="en-HK" dirty="0"/>
              </a:p>
              <a:p>
                <a:endParaRPr lang="en-HK" dirty="0"/>
              </a:p>
              <a:p>
                <a:pPr marL="0" indent="0">
                  <a:buNone/>
                </a:pPr>
                <a:endParaRPr lang="en-HK" dirty="0"/>
              </a:p>
              <a:p>
                <a:endParaRPr lang="en-HK" dirty="0"/>
              </a:p>
              <a:p>
                <a:endParaRPr lang="en-HK" dirty="0"/>
              </a:p>
              <a:p>
                <a:endParaRPr lang="en-HK" dirty="0"/>
              </a:p>
              <a:p>
                <a:endParaRPr lang="en-HK" dirty="0"/>
              </a:p>
              <a:p>
                <a:endParaRPr lang="en-HK" dirty="0"/>
              </a:p>
              <a:p>
                <a:pPr marL="0" indent="0">
                  <a:buNone/>
                </a:pPr>
                <a:endParaRPr lang="en-HK" dirty="0"/>
              </a:p>
            </p:txBody>
          </p:sp>
        </mc:Choice>
        <mc:Fallback xmlns="">
          <p:sp>
            <p:nvSpPr>
              <p:cNvPr id="45" name="Content Placeholder 44">
                <a:extLst>
                  <a:ext uri="{FF2B5EF4-FFF2-40B4-BE49-F238E27FC236}">
                    <a16:creationId xmlns:a16="http://schemas.microsoft.com/office/drawing/2014/main" id="{F0BAE116-69CE-4DCA-B2F6-4B6DC995A0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31490" y="2141997"/>
                <a:ext cx="10273122" cy="431241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Connector 37">
            <a:extLst>
              <a:ext uri="{FF2B5EF4-FFF2-40B4-BE49-F238E27FC236}">
                <a16:creationId xmlns:a16="http://schemas.microsoft.com/office/drawing/2014/main" id="{82E16163-76AA-4171-80B7-49817032B370}"/>
              </a:ext>
            </a:extLst>
          </p:cNvPr>
          <p:cNvCxnSpPr>
            <a:cxnSpLocks/>
          </p:cNvCxnSpPr>
          <p:nvPr/>
        </p:nvCxnSpPr>
        <p:spPr>
          <a:xfrm flipH="1">
            <a:off x="3958174" y="4218968"/>
            <a:ext cx="1372576" cy="66941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7">
            <a:extLst>
              <a:ext uri="{FF2B5EF4-FFF2-40B4-BE49-F238E27FC236}">
                <a16:creationId xmlns:a16="http://schemas.microsoft.com/office/drawing/2014/main" id="{1561D56A-CC2C-47C1-92C1-1C1C56DBC7BF}"/>
              </a:ext>
            </a:extLst>
          </p:cNvPr>
          <p:cNvCxnSpPr>
            <a:cxnSpLocks/>
          </p:cNvCxnSpPr>
          <p:nvPr/>
        </p:nvCxnSpPr>
        <p:spPr>
          <a:xfrm>
            <a:off x="4643199" y="4542083"/>
            <a:ext cx="190506" cy="3894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BE106A1-55BE-440F-AED4-81AB99CE97F8}"/>
              </a:ext>
            </a:extLst>
          </p:cNvPr>
          <p:cNvGrpSpPr/>
          <p:nvPr/>
        </p:nvGrpSpPr>
        <p:grpSpPr>
          <a:xfrm>
            <a:off x="6331641" y="2872304"/>
            <a:ext cx="2758570" cy="2654167"/>
            <a:chOff x="8690502" y="2910152"/>
            <a:chExt cx="2758570" cy="2654167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336C869-254E-423A-9EEE-20CDCBC23722}"/>
                </a:ext>
              </a:extLst>
            </p:cNvPr>
            <p:cNvGrpSpPr/>
            <p:nvPr/>
          </p:nvGrpSpPr>
          <p:grpSpPr>
            <a:xfrm>
              <a:off x="8690502" y="2910152"/>
              <a:ext cx="2758570" cy="2654167"/>
              <a:chOff x="8382880" y="2133600"/>
              <a:chExt cx="2758570" cy="2654167"/>
            </a:xfrm>
          </p:grpSpPr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319766A8-7B3D-4B0D-821E-A0BED3036B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20175" y="2503448"/>
                <a:ext cx="0" cy="1874837"/>
              </a:xfrm>
              <a:prstGeom prst="straightConnector1">
                <a:avLst/>
              </a:prstGeom>
              <a:ln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7140F78B-2B46-4F30-BADC-D0730359BB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91575" y="4181435"/>
                <a:ext cx="1890713" cy="0"/>
              </a:xfrm>
              <a:prstGeom prst="straightConnector1">
                <a:avLst/>
              </a:prstGeom>
              <a:ln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7B83627-3FC3-46E1-9160-A1C69AD36D7A}"/>
                  </a:ext>
                </a:extLst>
              </p:cNvPr>
              <p:cNvSpPr/>
              <p:nvPr/>
            </p:nvSpPr>
            <p:spPr>
              <a:xfrm>
                <a:off x="8653948" y="4247292"/>
                <a:ext cx="3129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HK" dirty="0">
                    <a:solidFill>
                      <a:srgbClr val="00B0F0"/>
                    </a:solidFill>
                  </a:rPr>
                  <a:t>0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512932E-6C6F-4452-BC70-36CF6608B1F5}"/>
                  </a:ext>
                </a:extLst>
              </p:cNvPr>
              <p:cNvSpPr/>
              <p:nvPr/>
            </p:nvSpPr>
            <p:spPr>
              <a:xfrm>
                <a:off x="10228944" y="4418435"/>
                <a:ext cx="3129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HK" dirty="0">
                    <a:solidFill>
                      <a:srgbClr val="00B0F0"/>
                    </a:solidFill>
                  </a:rPr>
                  <a:t>1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0B15BE5-D5A3-4947-BFE8-53A82AD30256}"/>
                  </a:ext>
                </a:extLst>
              </p:cNvPr>
              <p:cNvSpPr/>
              <p:nvPr/>
            </p:nvSpPr>
            <p:spPr>
              <a:xfrm>
                <a:off x="8382880" y="2638384"/>
                <a:ext cx="5052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HK" dirty="0">
                    <a:solidFill>
                      <a:srgbClr val="00B0F0"/>
                    </a:solidFill>
                  </a:rPr>
                  <a:t>0.5</a:t>
                </a:r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F0429C62-E21E-4F09-A726-FCAD0537F8BE}"/>
                  </a:ext>
                </a:extLst>
              </p:cNvPr>
              <p:cNvCxnSpPr>
                <a:cxnSpLocks/>
                <a:stCxn id="26" idx="3"/>
              </p:cNvCxnSpPr>
              <p:nvPr/>
            </p:nvCxnSpPr>
            <p:spPr>
              <a:xfrm flipV="1">
                <a:off x="8888147" y="2816212"/>
                <a:ext cx="1495161" cy="6838"/>
              </a:xfrm>
              <a:prstGeom prst="line">
                <a:avLst/>
              </a:prstGeom>
              <a:ln>
                <a:solidFill>
                  <a:srgbClr val="00B0F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693D4C7C-1FC7-4DD7-89D7-494DAA20D0F4}"/>
                  </a:ext>
                </a:extLst>
              </p:cNvPr>
              <p:cNvCxnSpPr/>
              <p:nvPr/>
            </p:nvCxnSpPr>
            <p:spPr>
              <a:xfrm>
                <a:off x="8978900" y="3498822"/>
                <a:ext cx="1498600" cy="0"/>
              </a:xfrm>
              <a:prstGeom prst="line">
                <a:avLst/>
              </a:prstGeom>
              <a:ln>
                <a:solidFill>
                  <a:srgbClr val="00B0F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BB349497-0277-4934-84FC-A20BB81AF367}"/>
                  </a:ext>
                </a:extLst>
              </p:cNvPr>
              <p:cNvCxnSpPr>
                <a:cxnSpLocks/>
                <a:endCxn id="25" idx="0"/>
              </p:cNvCxnSpPr>
              <p:nvPr/>
            </p:nvCxnSpPr>
            <p:spPr>
              <a:xfrm>
                <a:off x="10385396" y="2876714"/>
                <a:ext cx="1" cy="1541721"/>
              </a:xfrm>
              <a:prstGeom prst="line">
                <a:avLst/>
              </a:prstGeom>
              <a:ln>
                <a:solidFill>
                  <a:srgbClr val="00B0F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832F2590-09DC-4372-9B01-E26ACAB1308C}"/>
                  </a:ext>
                </a:extLst>
              </p:cNvPr>
              <p:cNvCxnSpPr/>
              <p:nvPr/>
            </p:nvCxnSpPr>
            <p:spPr>
              <a:xfrm rot="5400000">
                <a:off x="8953485" y="3508336"/>
                <a:ext cx="1498600" cy="0"/>
              </a:xfrm>
              <a:prstGeom prst="line">
                <a:avLst/>
              </a:prstGeom>
              <a:ln>
                <a:solidFill>
                  <a:srgbClr val="00B0F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1DB7EE0-BFF9-4D77-8AFD-DF5B78805B6A}"/>
                  </a:ext>
                </a:extLst>
              </p:cNvPr>
              <p:cNvSpPr/>
              <p:nvPr/>
            </p:nvSpPr>
            <p:spPr>
              <a:xfrm>
                <a:off x="10255401" y="2695042"/>
                <a:ext cx="256016" cy="2560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HK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055BCE5-3F49-44B9-8510-86119D1A925E}"/>
                  </a:ext>
                </a:extLst>
              </p:cNvPr>
              <p:cNvSpPr/>
              <p:nvPr/>
            </p:nvSpPr>
            <p:spPr>
              <a:xfrm>
                <a:off x="8892167" y="4057442"/>
                <a:ext cx="256016" cy="2560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HK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0009D90-9897-48FA-AFD7-E13DC0D16BF6}"/>
                  </a:ext>
                </a:extLst>
              </p:cNvPr>
              <p:cNvSpPr/>
              <p:nvPr/>
            </p:nvSpPr>
            <p:spPr>
              <a:xfrm>
                <a:off x="8873184" y="2675756"/>
                <a:ext cx="256016" cy="2560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HK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3AA6DB2A-0F5B-488B-B9E5-F67918C29305}"/>
                      </a:ext>
                    </a:extLst>
                  </p:cNvPr>
                  <p:cNvSpPr/>
                  <p:nvPr/>
                </p:nvSpPr>
                <p:spPr>
                  <a:xfrm>
                    <a:off x="8789978" y="2133600"/>
                    <a:ext cx="49507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HK" i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HK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HK" dirty="0"/>
                  </a:p>
                </p:txBody>
              </p:sp>
            </mc:Choice>
            <mc:Fallback xmlns=""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3AA6DB2A-0F5B-488B-B9E5-F67918C2930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89978" y="2133600"/>
                    <a:ext cx="495072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39477905-F2C1-41BB-9A72-182A6FBDBE16}"/>
                      </a:ext>
                    </a:extLst>
                  </p:cNvPr>
                  <p:cNvSpPr/>
                  <p:nvPr/>
                </p:nvSpPr>
                <p:spPr>
                  <a:xfrm>
                    <a:off x="10651701" y="3989929"/>
                    <a:ext cx="48974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HK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HK" dirty="0"/>
                  </a:p>
                </p:txBody>
              </p:sp>
            </mc:Choice>
            <mc:Fallback xmlns=""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5B0492B4-30C7-4D22-AAC1-CC3A1AC212A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1701" y="3989929"/>
                    <a:ext cx="489749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3333"/>
                    </a:stretch>
                  </a:blipFill>
                </p:spPr>
                <p:txBody>
                  <a:bodyPr/>
                  <a:lstStyle/>
                  <a:p>
                    <a:r>
                      <a:rPr lang="en-HK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9" name="Straight Connector 37">
              <a:extLst>
                <a:ext uri="{FF2B5EF4-FFF2-40B4-BE49-F238E27FC236}">
                  <a16:creationId xmlns:a16="http://schemas.microsoft.com/office/drawing/2014/main" id="{36870082-699A-4D2F-A799-BA639D5CBC3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0407" y="3188218"/>
              <a:ext cx="0" cy="107878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7">
              <a:extLst>
                <a:ext uri="{FF2B5EF4-FFF2-40B4-BE49-F238E27FC236}">
                  <a16:creationId xmlns:a16="http://schemas.microsoft.com/office/drawing/2014/main" id="{3F89293A-270E-44E0-AC6B-08A1DAD215FC}"/>
                </a:ext>
              </a:extLst>
            </p:cNvPr>
            <p:cNvCxnSpPr>
              <a:cxnSpLocks/>
            </p:cNvCxnSpPr>
            <p:nvPr/>
          </p:nvCxnSpPr>
          <p:spPr>
            <a:xfrm>
              <a:off x="10010407" y="4267001"/>
              <a:ext cx="680624" cy="69098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4" name="Title 43">
            <a:extLst>
              <a:ext uri="{FF2B5EF4-FFF2-40B4-BE49-F238E27FC236}">
                <a16:creationId xmlns:a16="http://schemas.microsoft.com/office/drawing/2014/main" id="{D2C5CA71-EBA2-483A-AE3A-69BF381BF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Min-max normalization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">
                <a:extLst>
                  <a:ext uri="{FF2B5EF4-FFF2-40B4-BE49-F238E27FC236}">
                    <a16:creationId xmlns:a16="http://schemas.microsoft.com/office/drawing/2014/main" id="{FBC06F3A-9EB0-4CE7-90A9-966017076114}"/>
                  </a:ext>
                </a:extLst>
              </p:cNvPr>
              <p:cNvSpPr/>
              <p:nvPr/>
            </p:nvSpPr>
            <p:spPr>
              <a:xfrm>
                <a:off x="1435516" y="3625535"/>
                <a:ext cx="1785258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HK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HK" i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endParaRPr lang="en-HK" dirty="0"/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1.	0	0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2.	0	0.5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4.	1	0.5	1</a:t>
                </a:r>
              </a:p>
            </p:txBody>
          </p:sp>
        </mc:Choice>
        <mc:Fallback xmlns="">
          <p:sp>
            <p:nvSpPr>
              <p:cNvPr id="46" name="Rectangle 4">
                <a:extLst>
                  <a:ext uri="{FF2B5EF4-FFF2-40B4-BE49-F238E27FC236}">
                    <a16:creationId xmlns:a16="http://schemas.microsoft.com/office/drawing/2014/main" id="{FBC06F3A-9EB0-4CE7-90A9-9660170761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516" y="3625535"/>
                <a:ext cx="1785258" cy="1200329"/>
              </a:xfrm>
              <a:prstGeom prst="rect">
                <a:avLst/>
              </a:prstGeom>
              <a:blipFill>
                <a:blip r:embed="rId5"/>
                <a:stretch>
                  <a:fillRect l="-2730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EB1FA485-DF5A-4549-A130-CADF7755881E}"/>
              </a:ext>
            </a:extLst>
          </p:cNvPr>
          <p:cNvGrpSpPr/>
          <p:nvPr/>
        </p:nvGrpSpPr>
        <p:grpSpPr>
          <a:xfrm>
            <a:off x="3311794" y="2832814"/>
            <a:ext cx="2776997" cy="2654167"/>
            <a:chOff x="8839756" y="1655618"/>
            <a:chExt cx="2776997" cy="26541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8EAE212-B43B-4522-BAEA-22529DB2C4B9}"/>
                </a:ext>
              </a:extLst>
            </p:cNvPr>
            <p:cNvGrpSpPr/>
            <p:nvPr/>
          </p:nvGrpSpPr>
          <p:grpSpPr>
            <a:xfrm>
              <a:off x="8839756" y="1655618"/>
              <a:ext cx="2776997" cy="2654167"/>
              <a:chOff x="8364453" y="2133600"/>
              <a:chExt cx="2776997" cy="2654167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2FE765D1-2844-46B0-B0CD-F1F6914AC3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20175" y="2503448"/>
                <a:ext cx="0" cy="1874837"/>
              </a:xfrm>
              <a:prstGeom prst="straightConnector1">
                <a:avLst/>
              </a:prstGeom>
              <a:ln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DED4F170-EA48-4FEF-A913-19F3F3038B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91575" y="4181435"/>
                <a:ext cx="1890713" cy="0"/>
              </a:xfrm>
              <a:prstGeom prst="straightConnector1">
                <a:avLst/>
              </a:prstGeom>
              <a:ln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41BB58F-7E82-4E29-8DC6-92804CBC0B26}"/>
                  </a:ext>
                </a:extLst>
              </p:cNvPr>
              <p:cNvSpPr/>
              <p:nvPr/>
            </p:nvSpPr>
            <p:spPr>
              <a:xfrm>
                <a:off x="8653948" y="4247292"/>
                <a:ext cx="3129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HK" dirty="0">
                    <a:solidFill>
                      <a:srgbClr val="00B0F0"/>
                    </a:solidFill>
                  </a:rPr>
                  <a:t>0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7A4B9AA-880D-47FB-A571-3008B98FA042}"/>
                  </a:ext>
                </a:extLst>
              </p:cNvPr>
              <p:cNvSpPr/>
              <p:nvPr/>
            </p:nvSpPr>
            <p:spPr>
              <a:xfrm>
                <a:off x="10228944" y="4418435"/>
                <a:ext cx="3129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HK" dirty="0">
                    <a:solidFill>
                      <a:srgbClr val="00B0F0"/>
                    </a:solidFill>
                  </a:rPr>
                  <a:t>1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25EB9A8-033E-4DE9-9A24-FB7C2E8CB336}"/>
                  </a:ext>
                </a:extLst>
              </p:cNvPr>
              <p:cNvSpPr/>
              <p:nvPr/>
            </p:nvSpPr>
            <p:spPr>
              <a:xfrm>
                <a:off x="8477072" y="2638384"/>
                <a:ext cx="3129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HK" dirty="0">
                    <a:solidFill>
                      <a:srgbClr val="00B0F0"/>
                    </a:solidFill>
                  </a:rPr>
                  <a:t>1</a:t>
                </a:r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738329FD-0498-48B6-8D13-7318DBFD7F5B}"/>
                  </a:ext>
                </a:extLst>
              </p:cNvPr>
              <p:cNvCxnSpPr>
                <a:cxnSpLocks/>
                <a:stCxn id="10" idx="3"/>
              </p:cNvCxnSpPr>
              <p:nvPr/>
            </p:nvCxnSpPr>
            <p:spPr>
              <a:xfrm flipV="1">
                <a:off x="8789978" y="2816212"/>
                <a:ext cx="1687522" cy="6838"/>
              </a:xfrm>
              <a:prstGeom prst="line">
                <a:avLst/>
              </a:prstGeom>
              <a:ln>
                <a:solidFill>
                  <a:srgbClr val="00B0F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CB0CB60C-F6B1-4284-9968-D27B0ECC29B1}"/>
                  </a:ext>
                </a:extLst>
              </p:cNvPr>
              <p:cNvCxnSpPr/>
              <p:nvPr/>
            </p:nvCxnSpPr>
            <p:spPr>
              <a:xfrm>
                <a:off x="8978900" y="3498822"/>
                <a:ext cx="1498600" cy="0"/>
              </a:xfrm>
              <a:prstGeom prst="line">
                <a:avLst/>
              </a:prstGeom>
              <a:ln>
                <a:solidFill>
                  <a:srgbClr val="00B0F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1A97AB4-A752-43EF-9E81-5181519B464D}"/>
                  </a:ext>
                </a:extLst>
              </p:cNvPr>
              <p:cNvCxnSpPr>
                <a:cxnSpLocks/>
                <a:endCxn id="9" idx="0"/>
              </p:cNvCxnSpPr>
              <p:nvPr/>
            </p:nvCxnSpPr>
            <p:spPr>
              <a:xfrm>
                <a:off x="10385396" y="2876714"/>
                <a:ext cx="1" cy="1541721"/>
              </a:xfrm>
              <a:prstGeom prst="line">
                <a:avLst/>
              </a:prstGeom>
              <a:ln>
                <a:solidFill>
                  <a:srgbClr val="00B0F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C2B5058-802A-467F-AAC0-A7C0B839A906}"/>
                  </a:ext>
                </a:extLst>
              </p:cNvPr>
              <p:cNvCxnSpPr/>
              <p:nvPr/>
            </p:nvCxnSpPr>
            <p:spPr>
              <a:xfrm rot="5400000">
                <a:off x="8953485" y="3508336"/>
                <a:ext cx="1498600" cy="0"/>
              </a:xfrm>
              <a:prstGeom prst="line">
                <a:avLst/>
              </a:prstGeom>
              <a:ln>
                <a:solidFill>
                  <a:srgbClr val="00B0F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11FDE9B-9F25-4823-B93D-A9F83D281CA3}"/>
                  </a:ext>
                </a:extLst>
              </p:cNvPr>
              <p:cNvSpPr/>
              <p:nvPr/>
            </p:nvSpPr>
            <p:spPr>
              <a:xfrm>
                <a:off x="10255401" y="3363005"/>
                <a:ext cx="256016" cy="2560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HK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D2E2592-DC24-4898-90B6-DCD5051BBB66}"/>
                  </a:ext>
                </a:extLst>
              </p:cNvPr>
              <p:cNvSpPr/>
              <p:nvPr/>
            </p:nvSpPr>
            <p:spPr>
              <a:xfrm>
                <a:off x="8873184" y="4062626"/>
                <a:ext cx="256016" cy="2560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HK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DEC402E6-ED12-490E-ABA4-89B689F686A2}"/>
                      </a:ext>
                    </a:extLst>
                  </p:cNvPr>
                  <p:cNvSpPr/>
                  <p:nvPr/>
                </p:nvSpPr>
                <p:spPr>
                  <a:xfrm>
                    <a:off x="8789978" y="2133600"/>
                    <a:ext cx="49507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HK" i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HK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HK" dirty="0"/>
                  </a:p>
                </p:txBody>
              </p:sp>
            </mc:Choice>
            <mc:Fallback xmlns=""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DEC402E6-ED12-490E-ABA4-89B689F686A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89978" y="2133600"/>
                    <a:ext cx="495071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A9AA2659-8C18-42AC-B198-F5E23B167E03}"/>
                      </a:ext>
                    </a:extLst>
                  </p:cNvPr>
                  <p:cNvSpPr/>
                  <p:nvPr/>
                </p:nvSpPr>
                <p:spPr>
                  <a:xfrm>
                    <a:off x="10651701" y="3989929"/>
                    <a:ext cx="48974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HK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HK" dirty="0"/>
                  </a:p>
                </p:txBody>
              </p:sp>
            </mc:Choice>
            <mc:Fallback xmlns=""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5B0492B4-30C7-4D22-AAC1-CC3A1AC212A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1701" y="3989929"/>
                    <a:ext cx="489749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3333"/>
                    </a:stretch>
                  </a:blipFill>
                </p:spPr>
                <p:txBody>
                  <a:bodyPr/>
                  <a:lstStyle/>
                  <a:p>
                    <a:r>
                      <a:rPr lang="en-HK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915FDA6F-134F-4D20-871C-1A1AE7C6C171}"/>
                  </a:ext>
                </a:extLst>
              </p:cNvPr>
              <p:cNvSpPr/>
              <p:nvPr/>
            </p:nvSpPr>
            <p:spPr>
              <a:xfrm>
                <a:off x="8364453" y="3317732"/>
                <a:ext cx="5052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HK" dirty="0">
                    <a:solidFill>
                      <a:srgbClr val="00B0F0"/>
                    </a:solidFill>
                  </a:rPr>
                  <a:t>0.5</a:t>
                </a:r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5AD04B4-C95B-413A-8EBA-9757CE2F4B9C}"/>
                </a:ext>
              </a:extLst>
            </p:cNvPr>
            <p:cNvSpPr/>
            <p:nvPr/>
          </p:nvSpPr>
          <p:spPr>
            <a:xfrm>
              <a:off x="9348487" y="2892832"/>
              <a:ext cx="256016" cy="256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HK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cxnSp>
        <p:nvCxnSpPr>
          <p:cNvPr id="49" name="Straight Connector 37">
            <a:extLst>
              <a:ext uri="{FF2B5EF4-FFF2-40B4-BE49-F238E27FC236}">
                <a16:creationId xmlns:a16="http://schemas.microsoft.com/office/drawing/2014/main" id="{8C3063E0-D059-4204-9F25-537E364EE029}"/>
              </a:ext>
            </a:extLst>
          </p:cNvPr>
          <p:cNvCxnSpPr>
            <a:cxnSpLocks/>
          </p:cNvCxnSpPr>
          <p:nvPr/>
        </p:nvCxnSpPr>
        <p:spPr>
          <a:xfrm flipH="1">
            <a:off x="4643228" y="3221251"/>
            <a:ext cx="4911" cy="13432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B62287-62ED-467C-B859-7C417838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84" name="Group 20">
            <a:extLst>
              <a:ext uri="{FF2B5EF4-FFF2-40B4-BE49-F238E27FC236}">
                <a16:creationId xmlns:a16="http://schemas.microsoft.com/office/drawing/2014/main" id="{379A0BAF-39C0-4180-A161-941773924CB0}"/>
              </a:ext>
            </a:extLst>
          </p:cNvPr>
          <p:cNvGrpSpPr/>
          <p:nvPr/>
        </p:nvGrpSpPr>
        <p:grpSpPr>
          <a:xfrm>
            <a:off x="6420024" y="7324139"/>
            <a:ext cx="2664378" cy="2654167"/>
            <a:chOff x="8477072" y="2133600"/>
            <a:chExt cx="2664378" cy="2654167"/>
          </a:xfrm>
        </p:grpSpPr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6E0ABAAF-51D2-423B-AF3F-6AFA01A598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20175" y="2503448"/>
              <a:ext cx="0" cy="1874837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8EA89312-ECEE-45A3-A352-6443FF8C33E3}"/>
                </a:ext>
              </a:extLst>
            </p:cNvPr>
            <p:cNvCxnSpPr>
              <a:cxnSpLocks/>
            </p:cNvCxnSpPr>
            <p:nvPr/>
          </p:nvCxnSpPr>
          <p:spPr>
            <a:xfrm>
              <a:off x="8791575" y="4181435"/>
              <a:ext cx="1890713" cy="0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22C3FC4-556F-47E4-BCFA-597269F2D26A}"/>
                </a:ext>
              </a:extLst>
            </p:cNvPr>
            <p:cNvSpPr/>
            <p:nvPr/>
          </p:nvSpPr>
          <p:spPr>
            <a:xfrm>
              <a:off x="8653948" y="4247292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HK" dirty="0">
                  <a:solidFill>
                    <a:srgbClr val="00B0F0"/>
                  </a:solidFill>
                </a:rPr>
                <a:t>0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68F32511-6353-4436-AA38-DC9E50E82EB0}"/>
                </a:ext>
              </a:extLst>
            </p:cNvPr>
            <p:cNvSpPr/>
            <p:nvPr/>
          </p:nvSpPr>
          <p:spPr>
            <a:xfrm>
              <a:off x="10228944" y="4418435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HK" dirty="0">
                  <a:solidFill>
                    <a:srgbClr val="00B0F0"/>
                  </a:solidFill>
                </a:rPr>
                <a:t>1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BEF38B8-5839-41EF-90CB-67F871A4AD3C}"/>
                </a:ext>
              </a:extLst>
            </p:cNvPr>
            <p:cNvSpPr/>
            <p:nvPr/>
          </p:nvSpPr>
          <p:spPr>
            <a:xfrm>
              <a:off x="8477072" y="2638384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HK" dirty="0">
                  <a:solidFill>
                    <a:srgbClr val="00B0F0"/>
                  </a:solidFill>
                </a:rPr>
                <a:t>1</a:t>
              </a:r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6D9A3B63-42E6-4D67-B08A-AB0FDCF00E21}"/>
                </a:ext>
              </a:extLst>
            </p:cNvPr>
            <p:cNvCxnSpPr>
              <a:cxnSpLocks/>
              <a:stCxn id="89" idx="3"/>
            </p:cNvCxnSpPr>
            <p:nvPr/>
          </p:nvCxnSpPr>
          <p:spPr>
            <a:xfrm flipV="1">
              <a:off x="8789978" y="2816212"/>
              <a:ext cx="1687522" cy="6838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4A27CD16-D3B1-4521-AADA-24220B928109}"/>
                </a:ext>
              </a:extLst>
            </p:cNvPr>
            <p:cNvCxnSpPr/>
            <p:nvPr/>
          </p:nvCxnSpPr>
          <p:spPr>
            <a:xfrm>
              <a:off x="8978900" y="3498822"/>
              <a:ext cx="1498600" cy="0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DD967FF-0397-4DE2-BBD4-578FAEEF97A7}"/>
                </a:ext>
              </a:extLst>
            </p:cNvPr>
            <p:cNvCxnSpPr>
              <a:cxnSpLocks/>
              <a:endCxn id="88" idx="0"/>
            </p:cNvCxnSpPr>
            <p:nvPr/>
          </p:nvCxnSpPr>
          <p:spPr>
            <a:xfrm>
              <a:off x="10385396" y="2876714"/>
              <a:ext cx="1" cy="1541721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0F0B9D1-411F-4208-9A60-06437ED8AAAF}"/>
                </a:ext>
              </a:extLst>
            </p:cNvPr>
            <p:cNvCxnSpPr/>
            <p:nvPr/>
          </p:nvCxnSpPr>
          <p:spPr>
            <a:xfrm rot="5400000">
              <a:off x="8953485" y="3508336"/>
              <a:ext cx="1498600" cy="0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11027E0-4618-45DA-9310-F00CA62FAA25}"/>
                </a:ext>
              </a:extLst>
            </p:cNvPr>
            <p:cNvSpPr/>
            <p:nvPr/>
          </p:nvSpPr>
          <p:spPr>
            <a:xfrm>
              <a:off x="10255401" y="2695042"/>
              <a:ext cx="256016" cy="256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HK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C06D2F83-FF4C-4E8B-8CAA-736A7770C17F}"/>
                </a:ext>
              </a:extLst>
            </p:cNvPr>
            <p:cNvSpPr/>
            <p:nvPr/>
          </p:nvSpPr>
          <p:spPr>
            <a:xfrm>
              <a:off x="8892167" y="4057442"/>
              <a:ext cx="256016" cy="256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HK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D2BC17D8-B9D9-4011-BA57-0D6AA526BDA6}"/>
                </a:ext>
              </a:extLst>
            </p:cNvPr>
            <p:cNvSpPr/>
            <p:nvPr/>
          </p:nvSpPr>
          <p:spPr>
            <a:xfrm>
              <a:off x="8873184" y="2675756"/>
              <a:ext cx="256016" cy="256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HK" dirty="0">
                  <a:solidFill>
                    <a:schemeClr val="tx1"/>
                  </a:solidFill>
                </a:rPr>
                <a:t>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EA8994C1-BDD6-4E11-9580-455EFA0F8C5B}"/>
                    </a:ext>
                  </a:extLst>
                </p:cNvPr>
                <p:cNvSpPr/>
                <p:nvPr/>
              </p:nvSpPr>
              <p:spPr>
                <a:xfrm>
                  <a:off x="8789978" y="2133600"/>
                  <a:ext cx="49507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HK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EA8994C1-BDD6-4E11-9580-455EFA0F8C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978" y="2133600"/>
                  <a:ext cx="495072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32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7AD51E04-A521-4C09-BA37-64642D33AAEC}"/>
                    </a:ext>
                  </a:extLst>
                </p:cNvPr>
                <p:cNvSpPr/>
                <p:nvPr/>
              </p:nvSpPr>
              <p:spPr>
                <a:xfrm>
                  <a:off x="10651701" y="3989929"/>
                  <a:ext cx="48974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HK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7AD51E04-A521-4C09-BA37-64642D33AA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51701" y="3989929"/>
                  <a:ext cx="489749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32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9" name="Straight Connector 37">
            <a:extLst>
              <a:ext uri="{FF2B5EF4-FFF2-40B4-BE49-F238E27FC236}">
                <a16:creationId xmlns:a16="http://schemas.microsoft.com/office/drawing/2014/main" id="{8D566E30-4321-474A-B5F6-8E60E589CCFB}"/>
              </a:ext>
            </a:extLst>
          </p:cNvPr>
          <p:cNvCxnSpPr>
            <a:cxnSpLocks/>
          </p:cNvCxnSpPr>
          <p:nvPr/>
        </p:nvCxnSpPr>
        <p:spPr>
          <a:xfrm>
            <a:off x="7645737" y="7602205"/>
            <a:ext cx="0" cy="10787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37">
            <a:extLst>
              <a:ext uri="{FF2B5EF4-FFF2-40B4-BE49-F238E27FC236}">
                <a16:creationId xmlns:a16="http://schemas.microsoft.com/office/drawing/2014/main" id="{3EB08732-3E66-4B54-BE44-D93B51821712}"/>
              </a:ext>
            </a:extLst>
          </p:cNvPr>
          <p:cNvCxnSpPr>
            <a:cxnSpLocks/>
          </p:cNvCxnSpPr>
          <p:nvPr/>
        </p:nvCxnSpPr>
        <p:spPr>
          <a:xfrm>
            <a:off x="7645737" y="8680988"/>
            <a:ext cx="680624" cy="6909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Rectangle 4">
                <a:extLst>
                  <a:ext uri="{FF2B5EF4-FFF2-40B4-BE49-F238E27FC236}">
                    <a16:creationId xmlns:a16="http://schemas.microsoft.com/office/drawing/2014/main" id="{69755CA7-7FFF-443F-A838-58BC737BB010}"/>
                  </a:ext>
                </a:extLst>
              </p:cNvPr>
              <p:cNvSpPr/>
              <p:nvPr/>
            </p:nvSpPr>
            <p:spPr>
              <a:xfrm>
                <a:off x="9046909" y="8081781"/>
                <a:ext cx="1785258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HK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HK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HK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HK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r>
                      <a:rPr lang="en-HK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HK" dirty="0"/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1.	0	0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2.	0	1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4.	1	1	1</a:t>
                </a:r>
              </a:p>
            </p:txBody>
          </p:sp>
        </mc:Choice>
        <mc:Fallback xmlns="">
          <p:sp>
            <p:nvSpPr>
              <p:cNvPr id="101" name="Rectangle 4">
                <a:extLst>
                  <a:ext uri="{FF2B5EF4-FFF2-40B4-BE49-F238E27FC236}">
                    <a16:creationId xmlns:a16="http://schemas.microsoft.com/office/drawing/2014/main" id="{69755CA7-7FFF-443F-A838-58BC737BB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6909" y="8081781"/>
                <a:ext cx="1785258" cy="1200329"/>
              </a:xfrm>
              <a:prstGeom prst="rect">
                <a:avLst/>
              </a:prstGeom>
              <a:blipFill>
                <a:blip r:embed="rId9"/>
                <a:stretch>
                  <a:fillRect l="-2730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A5EB101C-5C56-44A9-B42E-C78C763F5A95}"/>
              </a:ext>
            </a:extLst>
          </p:cNvPr>
          <p:cNvGrpSpPr/>
          <p:nvPr/>
        </p:nvGrpSpPr>
        <p:grpSpPr>
          <a:xfrm>
            <a:off x="6368051" y="-1010311"/>
            <a:ext cx="1363838" cy="614867"/>
            <a:chOff x="6368051" y="1544424"/>
            <a:chExt cx="1363838" cy="6148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1893F226-F18E-4A10-89F2-D71ED553550A}"/>
                    </a:ext>
                  </a:extLst>
                </p:cNvPr>
                <p:cNvSpPr/>
                <p:nvPr/>
              </p:nvSpPr>
              <p:spPr>
                <a:xfrm>
                  <a:off x="6857734" y="1544424"/>
                  <a:ext cx="721671" cy="36958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1893F226-F18E-4A10-89F2-D71ED55355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7734" y="1544424"/>
                  <a:ext cx="721671" cy="369588"/>
                </a:xfrm>
                <a:prstGeom prst="rect">
                  <a:avLst/>
                </a:prstGeom>
                <a:blipFill>
                  <a:blip r:embed="rId10"/>
                  <a:stretch>
                    <a:fillRect b="-49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Left Brace 37">
              <a:extLst>
                <a:ext uri="{FF2B5EF4-FFF2-40B4-BE49-F238E27FC236}">
                  <a16:creationId xmlns:a16="http://schemas.microsoft.com/office/drawing/2014/main" id="{05B98FC6-4499-45C1-8EEA-E0E63E5DC34F}"/>
                </a:ext>
              </a:extLst>
            </p:cNvPr>
            <p:cNvSpPr/>
            <p:nvPr/>
          </p:nvSpPr>
          <p:spPr>
            <a:xfrm rot="5400000">
              <a:off x="6951413" y="1378815"/>
              <a:ext cx="197114" cy="1363838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1643E8E9-4C80-4722-8458-1BC567431DB9}"/>
              </a:ext>
            </a:extLst>
          </p:cNvPr>
          <p:cNvGrpSpPr/>
          <p:nvPr/>
        </p:nvGrpSpPr>
        <p:grpSpPr>
          <a:xfrm>
            <a:off x="3051710" y="4333618"/>
            <a:ext cx="2579313" cy="1410643"/>
            <a:chOff x="3137774" y="4333618"/>
            <a:chExt cx="2579313" cy="14106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94E67826-31D9-4C3A-9E24-23EB0B39FBEF}"/>
                    </a:ext>
                  </a:extLst>
                </p:cNvPr>
                <p:cNvSpPr/>
                <p:nvPr/>
              </p:nvSpPr>
              <p:spPr>
                <a:xfrm>
                  <a:off x="3149922" y="4333618"/>
                  <a:ext cx="740074" cy="35484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20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func>
                      </m:oMath>
                    </m:oMathPara>
                  </a14:m>
                  <a:endParaRPr lang="en-HK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94E67826-31D9-4C3A-9E24-23EB0B39FB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9922" y="4333618"/>
                  <a:ext cx="740074" cy="354841"/>
                </a:xfrm>
                <a:prstGeom prst="rect">
                  <a:avLst/>
                </a:prstGeom>
                <a:blipFill>
                  <a:blip r:embed="rId11"/>
                  <a:stretch>
                    <a:fillRect b="-17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6C17BBEE-A37A-4050-B0AD-63900B7E4FF3}"/>
                    </a:ext>
                  </a:extLst>
                </p:cNvPr>
                <p:cNvSpPr/>
                <p:nvPr/>
              </p:nvSpPr>
              <p:spPr>
                <a:xfrm>
                  <a:off x="3137774" y="4965938"/>
                  <a:ext cx="720838" cy="35362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20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func>
                      </m:oMath>
                    </m:oMathPara>
                  </a14:m>
                  <a:endParaRPr lang="en-HK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6C17BBEE-A37A-4050-B0AD-63900B7E4FF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7774" y="4965938"/>
                  <a:ext cx="720838" cy="353623"/>
                </a:xfrm>
                <a:prstGeom prst="rect">
                  <a:avLst/>
                </a:prstGeom>
                <a:blipFill>
                  <a:blip r:embed="rId12"/>
                  <a:stretch>
                    <a:fillRect b="-17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C3F2BB67-CA98-47E8-8FF2-78D8F069B298}"/>
                    </a:ext>
                  </a:extLst>
                </p:cNvPr>
                <p:cNvSpPr/>
                <p:nvPr/>
              </p:nvSpPr>
              <p:spPr>
                <a:xfrm>
                  <a:off x="3633187" y="5372491"/>
                  <a:ext cx="717248" cy="35362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20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func>
                      </m:oMath>
                    </m:oMathPara>
                  </a14:m>
                  <a:endParaRPr lang="en-HK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C3F2BB67-CA98-47E8-8FF2-78D8F069B2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3187" y="5372491"/>
                  <a:ext cx="717248" cy="353623"/>
                </a:xfrm>
                <a:prstGeom prst="rect">
                  <a:avLst/>
                </a:prstGeom>
                <a:blipFill>
                  <a:blip r:embed="rId13"/>
                  <a:stretch>
                    <a:fillRect b="-34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FAB0A51A-492B-4A9A-A5CA-79640649D3F2}"/>
                    </a:ext>
                  </a:extLst>
                </p:cNvPr>
                <p:cNvSpPr/>
                <p:nvPr/>
              </p:nvSpPr>
              <p:spPr>
                <a:xfrm>
                  <a:off x="4980603" y="5389420"/>
                  <a:ext cx="736484" cy="35484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20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func>
                      </m:oMath>
                    </m:oMathPara>
                  </a14:m>
                  <a:endParaRPr lang="en-HK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FAB0A51A-492B-4A9A-A5CA-79640649D3F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0603" y="5389420"/>
                  <a:ext cx="736484" cy="354841"/>
                </a:xfrm>
                <a:prstGeom prst="rect">
                  <a:avLst/>
                </a:prstGeom>
                <a:blipFill>
                  <a:blip r:embed="rId14"/>
                  <a:stretch>
                    <a:fillRect b="-34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27780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4.81481E-6 L 5E-6 0.38009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00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2.22222E-6 L -4.375E-6 -0.65393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4.07407E-6 L 2.70833E-6 -0.64953 " pathEditMode="relative" rAng="0" ptsTypes="AA">
                                      <p:cBhvr>
                                        <p:cTn id="1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2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96296E-6 L -3.33333E-6 -0.64653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2338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3.7037E-6 L 2.08333E-6 -0.65069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2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ontent Placeholder 44">
                <a:extLst>
                  <a:ext uri="{FF2B5EF4-FFF2-40B4-BE49-F238E27FC236}">
                    <a16:creationId xmlns:a16="http://schemas.microsoft.com/office/drawing/2014/main" id="{F0BAE116-69CE-4DCA-B2F6-4B6DC995A0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31490" y="2141997"/>
                <a:ext cx="10273122" cy="4312413"/>
              </a:xfrm>
            </p:spPr>
            <p:txBody>
              <a:bodyPr numCol="1">
                <a:normAutofit/>
              </a:bodyPr>
              <a:lstStyle/>
              <a:p>
                <a:r>
                  <a:rPr lang="en-US" dirty="0"/>
                  <a:t>What about features with possibly unbounded support?</a:t>
                </a:r>
              </a:p>
              <a:p>
                <a:pPr lvl="1"/>
                <a:r>
                  <a:rPr lang="en-US" dirty="0"/>
                  <a:t>Min-max normalization fails because, as _________ increases, the normalization factor</a:t>
                </a:r>
                <a:br>
                  <a:rPr lang="en-US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→∞.</m:t>
                    </m:r>
                  </m:oMath>
                </a14:m>
                <a:endParaRPr lang="en-HK" dirty="0"/>
              </a:p>
              <a:p>
                <a:r>
                  <a:rPr lang="en-HK" dirty="0"/>
                  <a:t>z-score/standard normalization: </a:t>
                </a:r>
                <a:br>
                  <a:rPr lang="en-HK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endParaRPr lang="en-HK" dirty="0"/>
              </a:p>
              <a:p>
                <a:pPr lvl="1"/>
                <a:r>
                  <a:rPr lang="en-HK" dirty="0"/>
                  <a:t>with mean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HK" dirty="0"/>
                  <a:t> and standard </a:t>
                </a:r>
                <a:r>
                  <a:rPr lang="en-HK" dirty="0" err="1"/>
                  <a:t>deviaton</a:t>
                </a:r>
                <a:r>
                  <a:rPr lang="en-HK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HK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HK" dirty="0"/>
                  <a:t>’s.</a:t>
                </a:r>
              </a:p>
              <a:p>
                <a:pPr lvl="1"/>
                <a:r>
                  <a:rPr lang="en-HK" dirty="0"/>
                  <a:t>This works for feature with unbounded support because ______________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HK" dirty="0"/>
                  <a:t> is 1, not zero.</a:t>
                </a:r>
              </a:p>
              <a:p>
                <a:pPr marL="0" indent="0">
                  <a:buNone/>
                </a:pPr>
                <a:endParaRPr lang="en-HK" dirty="0"/>
              </a:p>
            </p:txBody>
          </p:sp>
        </mc:Choice>
        <mc:Fallback xmlns="">
          <p:sp>
            <p:nvSpPr>
              <p:cNvPr id="45" name="Content Placeholder 44">
                <a:extLst>
                  <a:ext uri="{FF2B5EF4-FFF2-40B4-BE49-F238E27FC236}">
                    <a16:creationId xmlns:a16="http://schemas.microsoft.com/office/drawing/2014/main" id="{F0BAE116-69CE-4DCA-B2F6-4B6DC995A0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31490" y="2141997"/>
                <a:ext cx="10273122" cy="4312413"/>
              </a:xfrm>
              <a:blipFill>
                <a:blip r:embed="rId2"/>
                <a:stretch>
                  <a:fillRect l="-415" t="-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itle 43">
            <a:extLst>
              <a:ext uri="{FF2B5EF4-FFF2-40B4-BE49-F238E27FC236}">
                <a16:creationId xmlns:a16="http://schemas.microsoft.com/office/drawing/2014/main" id="{D2C5CA71-EBA2-483A-AE3A-69BF381BF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Standard normalization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B62287-62ED-467C-B859-7C417838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984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9E06E-16E6-4DA5-923D-F6862EE63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Measure of distance/similarity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1280B-AC9B-4526-9C12-EEC874F03E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HK" dirty="0"/>
                  <a:t>Numeric attributes:</a:t>
                </a:r>
              </a:p>
              <a:p>
                <a:pPr lvl="1"/>
                <a:r>
                  <a:rPr lang="en-HK" dirty="0"/>
                  <a:t>Euclidean, Manhattan, </a:t>
                </a:r>
                <a:r>
                  <a:rPr lang="en-HK" dirty="0" err="1"/>
                  <a:t>Minkowski</a:t>
                </a:r>
                <a:r>
                  <a:rPr lang="en-HK" dirty="0"/>
                  <a:t> or supremum distances, Jaccard coefficient, term-frequency vectors, cosine measure, </a:t>
                </a:r>
                <a:r>
                  <a:rPr lang="en-HK" dirty="0" err="1"/>
                  <a:t>Tanimoto</a:t>
                </a:r>
                <a:r>
                  <a:rPr lang="en-HK" dirty="0"/>
                  <a:t> coefficient,…</a:t>
                </a:r>
              </a:p>
              <a:p>
                <a:r>
                  <a:rPr lang="en-HK" dirty="0"/>
                  <a:t>Nominal attributes</a:t>
                </a:r>
              </a:p>
              <a:p>
                <a:pPr lvl="1"/>
                <a:r>
                  <a:rPr lang="en-HK" dirty="0"/>
                  <a:t>indicator of mismatch or </a:t>
                </a:r>
                <a:r>
                  <a:rPr lang="en-HK" b="1" dirty="0"/>
                  <a:t>d___________________</a:t>
                </a:r>
              </a:p>
              <a:p>
                <a:r>
                  <a:rPr lang="en-HK" dirty="0"/>
                  <a:t>Missing values: E.g., use maximum possible difference</a:t>
                </a:r>
              </a:p>
              <a:p>
                <a:pPr lvl="1"/>
                <a:r>
                  <a:rPr lang="en-HK" dirty="0"/>
                  <a:t>Numeric: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dirty="0">
                        <a:latin typeface="Cambria Math" panose="02040503050406030204" pitchFamily="18" charset="0"/>
                      </a:rPr>
                      <m:t>dist</m:t>
                    </m:r>
                    <m:r>
                      <a:rPr lang="en-HK" i="1" dirty="0">
                        <a:latin typeface="Cambria Math" panose="02040503050406030204" pitchFamily="18" charset="0"/>
                      </a:rPr>
                      <m:t>(?,?)=</m:t>
                    </m:r>
                    <m:r>
                      <a:rPr lang="en-HK" b="0" i="1" dirty="0" smtClean="0">
                        <a:latin typeface="Cambria Math" panose="02040503050406030204" pitchFamily="18" charset="0"/>
                      </a:rPr>
                      <m:t>______________</m:t>
                    </m:r>
                  </m:oMath>
                </a14:m>
                <a:r>
                  <a:rPr lang="en-HK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dirty="0">
                        <a:latin typeface="Cambria Math" panose="02040503050406030204" pitchFamily="18" charset="0"/>
                      </a:rPr>
                      <m:t>dist</m:t>
                    </m:r>
                    <m:r>
                      <a:rPr lang="en-HK" i="1" dirty="0">
                        <a:latin typeface="Cambria Math" panose="02040503050406030204" pitchFamily="18" charset="0"/>
                      </a:rPr>
                      <m:t>(?,</m:t>
                    </m:r>
                    <m:r>
                      <a:rPr lang="en-HK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HK" i="1" dirty="0">
                        <a:latin typeface="Cambria Math" panose="02040503050406030204" pitchFamily="18" charset="0"/>
                      </a:rPr>
                      <m:t>)=_________________ </m:t>
                    </m:r>
                  </m:oMath>
                </a14:m>
                <a:endParaRPr lang="en-HK" dirty="0"/>
              </a:p>
              <a:p>
                <a:pPr lvl="1"/>
                <a:r>
                  <a:rPr lang="en-HK" dirty="0"/>
                  <a:t>Nominal: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dirty="0">
                        <a:latin typeface="Cambria Math" panose="02040503050406030204" pitchFamily="18" charset="0"/>
                      </a:rPr>
                      <m:t>dist</m:t>
                    </m:r>
                    <m:r>
                      <a:rPr lang="en-HK" i="1" dirty="0">
                        <a:latin typeface="Cambria Math" panose="02040503050406030204" pitchFamily="18" charset="0"/>
                      </a:rPr>
                      <m:t>(?,?)=</m:t>
                    </m:r>
                    <m:r>
                      <m:rPr>
                        <m:nor/>
                      </m:rPr>
                      <a:rPr lang="en-HK" dirty="0">
                        <a:latin typeface="Cambria Math" panose="02040503050406030204" pitchFamily="18" charset="0"/>
                      </a:rPr>
                      <m:t>dist</m:t>
                    </m:r>
                    <m:r>
                      <a:rPr lang="en-HK" i="1" dirty="0">
                        <a:latin typeface="Cambria Math" panose="02040503050406030204" pitchFamily="18" charset="0"/>
                      </a:rPr>
                      <m:t>(?,</m:t>
                    </m:r>
                    <m:r>
                      <a:rPr lang="en-HK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HK" i="1" dirty="0">
                        <a:latin typeface="Cambria Math" panose="02040503050406030204" pitchFamily="18" charset="0"/>
                      </a:rPr>
                      <m:t>)=______</m:t>
                    </m:r>
                  </m:oMath>
                </a14:m>
                <a:endParaRPr lang="en-HK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1280B-AC9B-4526-9C12-EEC874F03E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15" t="-806" r="-8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CFC98-1FE4-4FDF-A615-2E37FD415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407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1AFA4-B2BF-42D3-AEB9-B92AEA682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 of NN classification</a:t>
            </a: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F1B84-F013-4DF2-97C5-133D07D4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Can learn without too many examples. (</a:t>
            </a:r>
            <a:r>
              <a:rPr lang="en-HK" u="sng" dirty="0"/>
              <a:t>True/False</a:t>
            </a:r>
            <a:r>
              <a:rPr lang="en-HK" dirty="0"/>
              <a:t>)</a:t>
            </a:r>
          </a:p>
          <a:p>
            <a:r>
              <a:rPr lang="en-HK" dirty="0"/>
              <a:t>Can avoid overfitting. (</a:t>
            </a:r>
            <a:r>
              <a:rPr lang="en-HK" u="sng" dirty="0"/>
              <a:t>True/False</a:t>
            </a:r>
            <a:r>
              <a:rPr lang="en-HK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0A2DB-12A0-4903-B722-694C5754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873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F09A96F-EFD4-4F88-8596-E86DB518B9F9}"/>
              </a:ext>
            </a:extLst>
          </p:cNvPr>
          <p:cNvCxnSpPr>
            <a:cxnSpLocks/>
          </p:cNvCxnSpPr>
          <p:nvPr/>
        </p:nvCxnSpPr>
        <p:spPr>
          <a:xfrm>
            <a:off x="5280491" y="4433894"/>
            <a:ext cx="1019175" cy="325847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81FDC08-9AA7-4484-94A2-BEE0BB62FABC}"/>
              </a:ext>
            </a:extLst>
          </p:cNvPr>
          <p:cNvCxnSpPr>
            <a:cxnSpLocks/>
          </p:cNvCxnSpPr>
          <p:nvPr/>
        </p:nvCxnSpPr>
        <p:spPr>
          <a:xfrm rot="16200000" flipV="1">
            <a:off x="5991578" y="5132013"/>
            <a:ext cx="1019175" cy="325847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07E558F-98D3-439F-932E-75925767F3BF}"/>
              </a:ext>
            </a:extLst>
          </p:cNvPr>
          <p:cNvCxnSpPr>
            <a:cxnSpLocks/>
          </p:cNvCxnSpPr>
          <p:nvPr/>
        </p:nvCxnSpPr>
        <p:spPr>
          <a:xfrm flipV="1">
            <a:off x="6311293" y="4443917"/>
            <a:ext cx="352796" cy="318662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FCA037C-B7BA-4041-ACEF-A3CD27E2B59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HK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HK" dirty="0"/>
                  <a:t>-nearest </a:t>
                </a:r>
                <a:r>
                  <a:rPr lang="en-US" dirty="0"/>
                  <a:t>neighbor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-NN or IB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) classifier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FCA037C-B7BA-4041-ACEF-A3CD27E2B5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7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DD216-1CDB-4080-B0BE-A79DD83DFD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HK" dirty="0">
                    <a:latin typeface="Consolas" panose="020B0609020204030204" pitchFamily="49" charset="0"/>
                  </a:rPr>
                  <a:t>input: Labelled dataset </a:t>
                </a:r>
                <a14:m>
                  <m:oMath xmlns:m="http://schemas.openxmlformats.org/officeDocument/2006/math">
                    <m:r>
                      <a:rPr lang="en-HK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HK" dirty="0">
                    <a:latin typeface="Consolas" panose="020B0609020204030204" pitchFamily="49" charset="0"/>
                  </a:rPr>
                  <a:t>, input feature </a:t>
                </a:r>
                <a14:m>
                  <m:oMath xmlns:m="http://schemas.openxmlformats.org/officeDocument/2006/math">
                    <m:r>
                      <a:rPr lang="en-HK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HK" dirty="0">
                    <a:latin typeface="Consolas" panose="020B0609020204030204" pitchFamily="49" charset="0"/>
                  </a:rPr>
                  <a:t>, </a:t>
                </a:r>
                <a:r>
                  <a:rPr lang="en-HK" dirty="0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positive integer </a:t>
                </a:r>
                <a14:m>
                  <m:oMath xmlns:m="http://schemas.openxmlformats.org/officeDocument/2006/math">
                    <m:r>
                      <a:rPr lang="en-HK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HK" dirty="0">
                    <a:latin typeface="Consolas" panose="020B0609020204030204" pitchFamily="49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HK" dirty="0">
                    <a:latin typeface="Consolas" panose="020B0609020204030204" pitchFamily="49" charset="0"/>
                  </a:rPr>
                  <a:t>output: predicted class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HK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HK" dirty="0">
                    <a:latin typeface="Consolas" panose="020B0609020204030204" pitchFamily="49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HK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HK" dirty="0">
                    <a:latin typeface="Consolas" panose="020B0609020204030204" pitchFamily="49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HK" dirty="0">
                    <a:latin typeface="Consolas" panose="020B0609020204030204" pitchFamily="49" charset="0"/>
                  </a:rPr>
                  <a:t>find </a:t>
                </a:r>
                <a14:m>
                  <m:oMath xmlns:m="http://schemas.openxmlformats.org/officeDocument/2006/math">
                    <m:r>
                      <a:rPr lang="en-HK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HK" dirty="0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 </a:t>
                </a:r>
                <a:r>
                  <a:rPr lang="en-US" dirty="0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nearest</a:t>
                </a:r>
                <a:r>
                  <a:rPr lang="en-HK" dirty="0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 </a:t>
                </a:r>
                <a:r>
                  <a:rPr lang="en-US" dirty="0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neighbors </a:t>
                </a:r>
                <a:r>
                  <a:rPr lang="en-US" dirty="0">
                    <a:latin typeface="Consolas" panose="020B0609020204030204" pitchFamily="49" charset="0"/>
                  </a:rPr>
                  <a:t>of</a:t>
                </a:r>
                <a:r>
                  <a:rPr lang="en-HK" dirty="0"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HK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HK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dirty="0">
                    <a:latin typeface="Consolas" panose="020B0609020204030204" pitchFamily="49" charset="0"/>
                  </a:rPr>
                  <a:t>in </a:t>
                </a:r>
                <a14:m>
                  <m:oMath xmlns:m="http://schemas.openxmlformats.org/officeDocument/2006/math">
                    <m:r>
                      <a:rPr lang="en-HK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HK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HK" dirty="0">
                    <a:latin typeface="Consolas" panose="020B0609020204030204" pitchFamily="49" charset="0"/>
                  </a:rPr>
                  <a:t>return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HK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HK" dirty="0">
                    <a:latin typeface="Consolas" panose="020B0609020204030204" pitchFamily="49" charset="0"/>
                  </a:rPr>
                  <a:t> assigned to the </a:t>
                </a:r>
                <a:r>
                  <a:rPr lang="en-HK" dirty="0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majority values </a:t>
                </a:r>
                <a:r>
                  <a:rPr lang="en-HK" dirty="0">
                    <a:latin typeface="Consolas" panose="020B0609020204030204" pitchFamily="49" charset="0"/>
                  </a:rPr>
                  <a:t>of the classes of the </a:t>
                </a:r>
                <a:r>
                  <a:rPr lang="en-HK" dirty="0" err="1">
                    <a:latin typeface="Consolas" panose="020B0609020204030204" pitchFamily="49" charset="0"/>
                  </a:rPr>
                  <a:t>neighbors</a:t>
                </a:r>
                <a:endParaRPr lang="en-HK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DD216-1CDB-4080-B0BE-A79DD83DFD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75" t="-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10C9B457-D11E-443D-9155-8024C2629B3D}"/>
              </a:ext>
            </a:extLst>
          </p:cNvPr>
          <p:cNvGrpSpPr/>
          <p:nvPr/>
        </p:nvGrpSpPr>
        <p:grpSpPr>
          <a:xfrm>
            <a:off x="4767547" y="3744444"/>
            <a:ext cx="2664378" cy="2654167"/>
            <a:chOff x="8477072" y="2133600"/>
            <a:chExt cx="2664378" cy="2654167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992D8C7-5835-4D96-A3D9-A6DDE7683E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20175" y="2503448"/>
              <a:ext cx="0" cy="1874837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1ED1495-EFFE-487E-8A95-274E9C6BD0DD}"/>
                </a:ext>
              </a:extLst>
            </p:cNvPr>
            <p:cNvCxnSpPr>
              <a:cxnSpLocks/>
            </p:cNvCxnSpPr>
            <p:nvPr/>
          </p:nvCxnSpPr>
          <p:spPr>
            <a:xfrm>
              <a:off x="8791575" y="4181435"/>
              <a:ext cx="1890713" cy="0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08F56D5-5946-4C33-BAD1-A64951971CE7}"/>
                </a:ext>
              </a:extLst>
            </p:cNvPr>
            <p:cNvSpPr/>
            <p:nvPr/>
          </p:nvSpPr>
          <p:spPr>
            <a:xfrm>
              <a:off x="8653948" y="4247292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HK" dirty="0">
                  <a:solidFill>
                    <a:srgbClr val="00B0F0"/>
                  </a:solidFill>
                </a:rPr>
                <a:t>0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5CB8B62-D352-4EC5-86D8-C08C3F335EAD}"/>
                </a:ext>
              </a:extLst>
            </p:cNvPr>
            <p:cNvSpPr/>
            <p:nvPr/>
          </p:nvSpPr>
          <p:spPr>
            <a:xfrm>
              <a:off x="10228944" y="4418435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HK" dirty="0">
                  <a:solidFill>
                    <a:srgbClr val="00B0F0"/>
                  </a:solidFill>
                </a:rPr>
                <a:t>1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347F8F2-2E79-49D1-AAE8-98D99DA22024}"/>
                </a:ext>
              </a:extLst>
            </p:cNvPr>
            <p:cNvSpPr/>
            <p:nvPr/>
          </p:nvSpPr>
          <p:spPr>
            <a:xfrm>
              <a:off x="8477072" y="2638384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HK" dirty="0">
                  <a:solidFill>
                    <a:srgbClr val="00B0F0"/>
                  </a:solidFill>
                </a:rPr>
                <a:t>1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2314AA6-3640-4016-8B81-47F9F86ECFB5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 flipV="1">
              <a:off x="8789978" y="2816212"/>
              <a:ext cx="1687522" cy="6838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60E284D-DC15-4367-8221-C2560F333351}"/>
                </a:ext>
              </a:extLst>
            </p:cNvPr>
            <p:cNvCxnSpPr/>
            <p:nvPr/>
          </p:nvCxnSpPr>
          <p:spPr>
            <a:xfrm>
              <a:off x="8978900" y="3498822"/>
              <a:ext cx="1498600" cy="0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5AEEB05-789C-4063-BC94-F4A4F9FC3561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10385396" y="2876714"/>
              <a:ext cx="1" cy="1541721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9D554EF-9049-41F2-83B2-0C419D3C4972}"/>
                </a:ext>
              </a:extLst>
            </p:cNvPr>
            <p:cNvCxnSpPr/>
            <p:nvPr/>
          </p:nvCxnSpPr>
          <p:spPr>
            <a:xfrm rot="5400000">
              <a:off x="8953485" y="3508336"/>
              <a:ext cx="1498600" cy="0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1889E36-0A8B-4EDC-B40D-CD98DA453AA0}"/>
                </a:ext>
              </a:extLst>
            </p:cNvPr>
            <p:cNvSpPr/>
            <p:nvPr/>
          </p:nvSpPr>
          <p:spPr>
            <a:xfrm>
              <a:off x="10255401" y="2695042"/>
              <a:ext cx="256016" cy="256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HK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6C84C8D-3C89-4371-8F34-8A49F115E865}"/>
                </a:ext>
              </a:extLst>
            </p:cNvPr>
            <p:cNvSpPr/>
            <p:nvPr/>
          </p:nvSpPr>
          <p:spPr>
            <a:xfrm>
              <a:off x="8892167" y="4057442"/>
              <a:ext cx="256016" cy="256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HK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FEC916B-E9B7-415E-A941-CB1EADFD05D3}"/>
                </a:ext>
              </a:extLst>
            </p:cNvPr>
            <p:cNvSpPr/>
            <p:nvPr/>
          </p:nvSpPr>
          <p:spPr>
            <a:xfrm>
              <a:off x="8873184" y="2675756"/>
              <a:ext cx="256016" cy="256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HK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96F5F4C-3DF8-4738-B439-8B16C94FDF3F}"/>
                </a:ext>
              </a:extLst>
            </p:cNvPr>
            <p:cNvSpPr/>
            <p:nvPr/>
          </p:nvSpPr>
          <p:spPr>
            <a:xfrm>
              <a:off x="10257388" y="4046587"/>
              <a:ext cx="256016" cy="256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HK" dirty="0">
                  <a:solidFill>
                    <a:schemeClr val="tx1"/>
                  </a:solidFill>
                </a:rPr>
                <a:t>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E5831F07-0CEB-4C2F-AE9A-6EEF0D72E05D}"/>
                    </a:ext>
                  </a:extLst>
                </p:cNvPr>
                <p:cNvSpPr/>
                <p:nvPr/>
              </p:nvSpPr>
              <p:spPr>
                <a:xfrm>
                  <a:off x="8789978" y="2133600"/>
                  <a:ext cx="49507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HK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HK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E5831F07-0CEB-4C2F-AE9A-6EEF0D72E0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978" y="2133600"/>
                  <a:ext cx="495071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8B2B414B-AC96-48AA-9B60-A0057BE91D28}"/>
                    </a:ext>
                  </a:extLst>
                </p:cNvPr>
                <p:cNvSpPr/>
                <p:nvPr/>
              </p:nvSpPr>
              <p:spPr>
                <a:xfrm>
                  <a:off x="10651701" y="3989929"/>
                  <a:ext cx="48974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HK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HK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8B2B414B-AC96-48AA-9B60-A0057BE91D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51701" y="3989929"/>
                  <a:ext cx="489749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EDF43FC-F581-49ED-ADDD-028291E3C778}"/>
              </a:ext>
            </a:extLst>
          </p:cNvPr>
          <p:cNvGrpSpPr/>
          <p:nvPr/>
        </p:nvGrpSpPr>
        <p:grpSpPr>
          <a:xfrm>
            <a:off x="2680246" y="4027848"/>
            <a:ext cx="1785258" cy="1883374"/>
            <a:chOff x="2680246" y="4027848"/>
            <a:chExt cx="1785258" cy="18833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4">
                  <a:extLst>
                    <a:ext uri="{FF2B5EF4-FFF2-40B4-BE49-F238E27FC236}">
                      <a16:creationId xmlns:a16="http://schemas.microsoft.com/office/drawing/2014/main" id="{DC8EDEAD-E59B-4784-8A30-FC4D4531BA62}"/>
                    </a:ext>
                  </a:extLst>
                </p:cNvPr>
                <p:cNvSpPr/>
                <p:nvPr/>
              </p:nvSpPr>
              <p:spPr>
                <a:xfrm>
                  <a:off x="2680246" y="4433894"/>
                  <a:ext cx="1785258" cy="147732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</a:tabLst>
                  </a:pPr>
                  <a:r>
                    <a:rPr lang="en-HK" dirty="0"/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H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HK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HK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HK" dirty="0"/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H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HK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HK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HK" dirty="0"/>
                    <a:t>	</a:t>
                  </a:r>
                  <a14:m>
                    <m:oMath xmlns:m="http://schemas.openxmlformats.org/officeDocument/2006/math">
                      <m:r>
                        <a:rPr lang="en-HK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a14:m>
                  <a:endParaRPr lang="en-HK" dirty="0"/>
                </a:p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</a:tabLst>
                  </a:pPr>
                  <a:r>
                    <a:rPr lang="en-HK" dirty="0"/>
                    <a:t>1.	0	0	0</a:t>
                  </a:r>
                </a:p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</a:tabLst>
                  </a:pPr>
                  <a:r>
                    <a:rPr lang="en-HK" dirty="0"/>
                    <a:t>2.	0	1	0</a:t>
                  </a:r>
                </a:p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</a:tabLst>
                  </a:pPr>
                  <a:r>
                    <a:rPr lang="en-HK" dirty="0"/>
                    <a:t>3.	1	0	0</a:t>
                  </a:r>
                </a:p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</a:tabLst>
                  </a:pPr>
                  <a:r>
                    <a:rPr lang="en-HK" dirty="0"/>
                    <a:t>4.	1	1	1</a:t>
                  </a:r>
                </a:p>
              </p:txBody>
            </p:sp>
          </mc:Choice>
          <mc:Fallback xmlns="">
            <p:sp>
              <p:nvSpPr>
                <p:cNvPr id="4" name="Rectangle 4">
                  <a:extLst>
                    <a:ext uri="{FF2B5EF4-FFF2-40B4-BE49-F238E27FC236}">
                      <a16:creationId xmlns:a16="http://schemas.microsoft.com/office/drawing/2014/main" id="{DC8EDEAD-E59B-4784-8A30-FC4D4531BA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0246" y="4433894"/>
                  <a:ext cx="1785258" cy="1477328"/>
                </a:xfrm>
                <a:prstGeom prst="rect">
                  <a:avLst/>
                </a:prstGeom>
                <a:blipFill>
                  <a:blip r:embed="rId6"/>
                  <a:stretch>
                    <a:fillRect l="-3072" b="-5350"/>
                  </a:stretch>
                </a:blipFill>
              </p:spPr>
              <p:txBody>
                <a:bodyPr/>
                <a:lstStyle/>
                <a:p>
                  <a:r>
                    <a:rPr lang="en-H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BA18C36E-0D34-46F0-B0F2-3B3EC3423A81}"/>
                    </a:ext>
                  </a:extLst>
                </p:cNvPr>
                <p:cNvSpPr/>
                <p:nvPr/>
              </p:nvSpPr>
              <p:spPr>
                <a:xfrm>
                  <a:off x="3509828" y="4027848"/>
                  <a:ext cx="41581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i="1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BA18C36E-0D34-46F0-B0F2-3B3EC3423A8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9828" y="4027848"/>
                  <a:ext cx="41581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HK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0FA481E8-7E79-4966-BD21-7F38FD51E780}"/>
                  </a:ext>
                </a:extLst>
              </p:cNvPr>
              <p:cNvSpPr/>
              <p:nvPr/>
            </p:nvSpPr>
            <p:spPr>
              <a:xfrm>
                <a:off x="6589322" y="4595929"/>
                <a:ext cx="17892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HK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(0.75,0.75)</m:t>
                      </m:r>
                    </m:oMath>
                  </m:oMathPara>
                </a14:m>
                <a:endParaRPr lang="en-HK" dirty="0"/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0FA481E8-7E79-4966-BD21-7F38FD51E7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9322" y="4595929"/>
                <a:ext cx="1789271" cy="369332"/>
              </a:xfrm>
              <a:prstGeom prst="rect">
                <a:avLst/>
              </a:prstGeom>
              <a:blipFill>
                <a:blip r:embed="rId8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EB863AA-5406-41B0-9807-314682D0464D}"/>
                  </a:ext>
                </a:extLst>
              </p:cNvPr>
              <p:cNvSpPr/>
              <p:nvPr/>
            </p:nvSpPr>
            <p:spPr>
              <a:xfrm>
                <a:off x="8350674" y="4590656"/>
                <a:ext cx="11087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HK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HK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=_____</m:t>
                      </m:r>
                    </m:oMath>
                  </m:oMathPara>
                </a14:m>
                <a:endParaRPr lang="en-HK" dirty="0"/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EB863AA-5406-41B0-9807-314682D046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0674" y="4590656"/>
                <a:ext cx="1108765" cy="369332"/>
              </a:xfrm>
              <a:prstGeom prst="rect">
                <a:avLst/>
              </a:prstGeom>
              <a:blipFill>
                <a:blip r:embed="rId9"/>
                <a:stretch>
                  <a:fillRect t="-3279"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71786C8-7A63-4ABD-8158-9ED6971BE4A4}"/>
                  </a:ext>
                </a:extLst>
              </p:cNvPr>
              <p:cNvSpPr/>
              <p:nvPr/>
            </p:nvSpPr>
            <p:spPr>
              <a:xfrm>
                <a:off x="5575524" y="4023558"/>
                <a:ext cx="8117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HK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71786C8-7A63-4ABD-8158-9ED6971BE4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524" y="4023558"/>
                <a:ext cx="81176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52EBE7A-347D-4262-8109-4D934BCCB0AC}"/>
              </a:ext>
            </a:extLst>
          </p:cNvPr>
          <p:cNvSpPr txBox="1"/>
          <p:nvPr/>
        </p:nvSpPr>
        <p:spPr>
          <a:xfrm>
            <a:off x="6767092" y="4013790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regarded as an outlier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3E5DF-8D96-4CF5-ABFD-440DD2A01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D06544D-B650-405F-B06F-1CD6DF37FE9C}"/>
              </a:ext>
            </a:extLst>
          </p:cNvPr>
          <p:cNvSpPr/>
          <p:nvPr/>
        </p:nvSpPr>
        <p:spPr>
          <a:xfrm>
            <a:off x="6201538" y="4629889"/>
            <a:ext cx="256016" cy="2560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HK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083D1D-BDC6-48DD-9148-C87C0C0CF613}"/>
              </a:ext>
            </a:extLst>
          </p:cNvPr>
          <p:cNvSpPr txBox="1"/>
          <p:nvPr/>
        </p:nvSpPr>
        <p:spPr>
          <a:xfrm>
            <a:off x="8168060" y="5151853"/>
            <a:ext cx="2582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issue? u_________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CA4D0E4-91D8-4D53-8DF3-4A77E4F1C5BA}"/>
                  </a:ext>
                </a:extLst>
              </p:cNvPr>
              <p:cNvSpPr txBox="1"/>
              <p:nvPr/>
            </p:nvSpPr>
            <p:spPr>
              <a:xfrm>
                <a:off x="8139423" y="5589619"/>
                <a:ext cx="31826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How to choose the best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CA4D0E4-91D8-4D53-8DF3-4A77E4F1C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9423" y="5589619"/>
                <a:ext cx="3182603" cy="369332"/>
              </a:xfrm>
              <a:prstGeom prst="rect">
                <a:avLst/>
              </a:prstGeom>
              <a:blipFill>
                <a:blip r:embed="rId11"/>
                <a:stretch>
                  <a:fillRect l="-1533" t="-9836" r="-76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587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5" grpId="0"/>
      <p:bldP spid="5" grpId="0"/>
      <p:bldP spid="6" grpId="0"/>
      <p:bldP spid="35" grpId="0" animBg="1"/>
      <p:bldP spid="10" grpId="0"/>
      <p:bldP spid="4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CA1CD-81E0-4137-B5C0-D0AFAE8B7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References</a:t>
            </a: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0A529-E868-4FE4-AF48-6649AD3C4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9.5 Lazy Learners (or Learning from Your </a:t>
            </a:r>
            <a:r>
              <a:rPr lang="en-HK" dirty="0" err="1"/>
              <a:t>Neighbors</a:t>
            </a:r>
            <a:r>
              <a:rPr lang="en-HK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966AC9-2C55-4D05-9770-236684410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29504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803</Words>
  <Application>Microsoft Office PowerPoint</Application>
  <PresentationFormat>Widescreen</PresentationFormat>
  <Paragraphs>208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Calibri</vt:lpstr>
      <vt:lpstr>Cambria Math</vt:lpstr>
      <vt:lpstr>Arial</vt:lpstr>
      <vt:lpstr>Consolas</vt:lpstr>
      <vt:lpstr>Century Gothic</vt:lpstr>
      <vt:lpstr>Wingdings 3</vt:lpstr>
      <vt:lpstr>Wisp</vt:lpstr>
      <vt:lpstr>Classification: Learning from Neighbors</vt:lpstr>
      <vt:lpstr>Nearest Neighbor (NN) classifier</vt:lpstr>
      <vt:lpstr>Nearest neighbor (NN) classifier</vt:lpstr>
      <vt:lpstr>Decision regions and boundaries</vt:lpstr>
      <vt:lpstr>NN without normalization</vt:lpstr>
      <vt:lpstr>Min-max normalization</vt:lpstr>
      <vt:lpstr>Standard normalization</vt:lpstr>
      <vt:lpstr>Measure of distance/similarity</vt:lpstr>
      <vt:lpstr>Pros and Cons of NN classification</vt:lpstr>
      <vt:lpstr>k-nearest neighbor (k-NN or IBk) classifier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Classification: Learning from Neighbors</dc:title>
  <dc:creator>Chung Chan</dc:creator>
  <cp:lastModifiedBy>Chung Chan</cp:lastModifiedBy>
  <cp:revision>6</cp:revision>
  <dcterms:created xsi:type="dcterms:W3CDTF">2020-02-12T11:28:18Z</dcterms:created>
  <dcterms:modified xsi:type="dcterms:W3CDTF">2024-02-08T08:43:45Z</dcterms:modified>
</cp:coreProperties>
</file>