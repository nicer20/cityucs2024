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10.xml" ContentType="application/vnd.openxmlformats-officedocument.drawingml.chart+xml"/>
  <Override PartName="/ppt/charts/chart21.xml" ContentType="application/vnd.openxmlformats-officedocument.drawingml.chart+xml"/>
  <Override PartName="/ppt/charts/chart30.xml" ContentType="application/vnd.openxmlformats-officedocument.drawingml.chart+xml"/>
  <Override PartName="/ppt/charts/chart40.xml" ContentType="application/vnd.openxmlformats-officedocument.drawingml.chart+xml"/>
  <Override PartName="/ppt/charts/chart90.xml" ContentType="application/vnd.openxmlformats-officedocument.drawingml.chart+xml"/>
  <Override PartName="/ppt/charts/chart100.xml" ContentType="application/vnd.openxmlformats-officedocument.drawingml.chart+xml"/>
  <Override PartName="/ppt/charts/chart111.xml" ContentType="application/vnd.openxmlformats-officedocument.drawingml.chart+xml"/>
  <Override PartName="/ppt/charts/chart120.xml" ContentType="application/vnd.openxmlformats-officedocument.drawingml.chart+xml"/>
  <Override PartName="/ppt/charts/chart130.xml" ContentType="application/vnd.openxmlformats-officedocument.drawingml.chart+xml"/>
  <Override PartName="/ppt/charts/chart140.xml" ContentType="application/vnd.openxmlformats-officedocument.drawingml.chart+xml"/>
  <Override PartName="/ppt/charts/chart150.xml" ContentType="application/vnd.openxmlformats-officedocument.drawingml.chart+xml"/>
  <Override PartName="/ppt/charts/chart160.xml" ContentType="application/vnd.openxmlformats-officedocument.drawingml.chart+xml"/>
  <Override PartName="/ppt/charts/chart170.xml" ContentType="application/vnd.openxmlformats-officedocument.drawingml.chart+xml"/>
  <Override PartName="/ppt/charts/chart180.xml" ContentType="application/vnd.openxmlformats-officedocument.drawingml.chart+xml"/>
  <Override PartName="/ppt/charts/chart190.xml" ContentType="application/vnd.openxmlformats-officedocument.drawingml.chart+xml"/>
  <Override PartName="/ppt/charts/chart200.xml" ContentType="application/vnd.openxmlformats-officedocument.drawingml.chart+xml"/>
  <Override PartName="/ppt/charts/colors110.xml" ContentType="application/vnd.ms-office.chartcolorstyle+xml"/>
  <Override PartName="/ppt/charts/style110.xml" ContentType="application/vnd.ms-office.chartstyle+xml"/>
  <Override PartName="/ppt/charts/colors21.xml" ContentType="application/vnd.ms-office.chartcolorstyle+xml"/>
  <Override PartName="/ppt/charts/style21.xml" ContentType="application/vnd.ms-office.chartstyle+xml"/>
  <Override PartName="/ppt/charts/colors30.xml" ContentType="application/vnd.ms-office.chartcolorstyle+xml"/>
  <Override PartName="/ppt/charts/style30.xml" ContentType="application/vnd.ms-office.chartstyle+xml"/>
  <Override PartName="/ppt/charts/colors40.xml" ContentType="application/vnd.ms-office.chartcolorstyle+xml"/>
  <Override PartName="/ppt/charts/style40.xml" ContentType="application/vnd.ms-office.chartstyle+xml"/>
  <Override PartName="/ppt/charts/colors90.xml" ContentType="application/vnd.ms-office.chartcolorstyle+xml"/>
  <Override PartName="/ppt/charts/style90.xml" ContentType="application/vnd.ms-office.chartstyle+xml"/>
  <Override PartName="/ppt/charts/colors100.xml" ContentType="application/vnd.ms-office.chartcolorstyle+xml"/>
  <Override PartName="/ppt/charts/style100.xml" ContentType="application/vnd.ms-office.chartstyle+xml"/>
  <Override PartName="/ppt/charts/colors111.xml" ContentType="application/vnd.ms-office.chartcolorstyle+xml"/>
  <Override PartName="/ppt/charts/style111.xml" ContentType="application/vnd.ms-office.chartstyle+xml"/>
  <Override PartName="/ppt/charts/colors120.xml" ContentType="application/vnd.ms-office.chartcolorstyle+xml"/>
  <Override PartName="/ppt/charts/style120.xml" ContentType="application/vnd.ms-office.chartstyle+xml"/>
  <Override PartName="/ppt/charts/colors130.xml" ContentType="application/vnd.ms-office.chartcolorstyle+xml"/>
  <Override PartName="/ppt/charts/style130.xml" ContentType="application/vnd.ms-office.chartstyle+xml"/>
  <Override PartName="/ppt/charts/colors140.xml" ContentType="application/vnd.ms-office.chartcolorstyle+xml"/>
  <Override PartName="/ppt/charts/style140.xml" ContentType="application/vnd.ms-office.chartstyle+xml"/>
  <Override PartName="/ppt/charts/colors150.xml" ContentType="application/vnd.ms-office.chartcolorstyle+xml"/>
  <Override PartName="/ppt/charts/style150.xml" ContentType="application/vnd.ms-office.chartstyle+xml"/>
  <Override PartName="/ppt/charts/colors160.xml" ContentType="application/vnd.ms-office.chartcolorstyle+xml"/>
  <Override PartName="/ppt/charts/style160.xml" ContentType="application/vnd.ms-office.chartstyle+xml"/>
  <Override PartName="/ppt/charts/colors170.xml" ContentType="application/vnd.ms-office.chartcolorstyle+xml"/>
  <Override PartName="/ppt/charts/style170.xml" ContentType="application/vnd.ms-office.chartstyle+xml"/>
  <Override PartName="/ppt/charts/colors180.xml" ContentType="application/vnd.ms-office.chartcolorstyle+xml"/>
  <Override PartName="/ppt/charts/style180.xml" ContentType="application/vnd.ms-office.chartstyle+xml"/>
  <Override PartName="/ppt/charts/colors190.xml" ContentType="application/vnd.ms-office.chartcolorstyle+xml"/>
  <Override PartName="/ppt/charts/style190.xml" ContentType="application/vnd.ms-office.chartstyle+xml"/>
  <Override PartName="/ppt/charts/colors200.xml" ContentType="application/vnd.ms-office.chartcolorstyle+xml"/>
  <Override PartName="/ppt/charts/style200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337" r:id="rId3"/>
    <p:sldId id="338" r:id="rId4"/>
    <p:sldId id="382" r:id="rId5"/>
    <p:sldId id="383" r:id="rId6"/>
    <p:sldId id="386" r:id="rId7"/>
    <p:sldId id="340" r:id="rId8"/>
    <p:sldId id="348" r:id="rId9"/>
    <p:sldId id="354" r:id="rId10"/>
    <p:sldId id="391" r:id="rId11"/>
    <p:sldId id="392" r:id="rId12"/>
    <p:sldId id="356" r:id="rId13"/>
    <p:sldId id="393" r:id="rId14"/>
    <p:sldId id="400" r:id="rId15"/>
    <p:sldId id="346" r:id="rId16"/>
    <p:sldId id="394" r:id="rId17"/>
    <p:sldId id="398" r:id="rId18"/>
    <p:sldId id="399" r:id="rId19"/>
    <p:sldId id="397" r:id="rId20"/>
    <p:sldId id="370" r:id="rId21"/>
    <p:sldId id="360" r:id="rId22"/>
    <p:sldId id="374" r:id="rId23"/>
    <p:sldId id="373" r:id="rId24"/>
    <p:sldId id="375" r:id="rId25"/>
    <p:sldId id="350" r:id="rId26"/>
  </p:sldIdLst>
  <p:sldSz cx="12192000" cy="6858000"/>
  <p:notesSz cx="6858000" cy="9144000"/>
  <p:embeddedFontLst>
    <p:embeddedFont>
      <p:font typeface="Cambria Math" panose="02040503050406030204" pitchFamily="18" charset="0"/>
      <p:regular r:id="rId29"/>
    </p:embeddedFont>
    <p:embeddedFont>
      <p:font typeface="Century Gothic" panose="020B0502020202020204" pitchFamily="34" charset="0"/>
      <p:regular r:id="rId30"/>
      <p:bold r:id="rId31"/>
      <p:italic r:id="rId32"/>
      <p:boldItalic r:id="rId33"/>
    </p:embeddedFont>
    <p:embeddedFont>
      <p:font typeface="Consolas" panose="020B0609020204030204" pitchFamily="49" charset="0"/>
      <p:regular r:id="rId34"/>
      <p:bold r:id="rId35"/>
      <p:italic r:id="rId36"/>
      <p:boldItalic r:id="rId37"/>
    </p:embeddedFont>
    <p:embeddedFont>
      <p:font typeface="Wingdings 3" pitchFamily="2" charset="2"/>
      <p:regular r:id="rId3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A10A2E-FD97-544B-AE9C-5632E3DA7A4B}" v="9" dt="2025-02-06T01:11:38.7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78"/>
    <p:restoredTop sz="94725"/>
  </p:normalViewPr>
  <p:slideViewPr>
    <p:cSldViewPr snapToGrid="0">
      <p:cViewPr>
        <p:scale>
          <a:sx n="122" d="100"/>
          <a:sy n="122" d="100"/>
        </p:scale>
        <p:origin x="192" y="5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ng Chan" userId="d7da794639b52171" providerId="LiveId" clId="{16EEA417-B387-40DC-95CF-6B6336C94158}"/>
    <pc:docChg chg="modSld">
      <pc:chgData name="Chung Chan" userId="d7da794639b52171" providerId="LiveId" clId="{16EEA417-B387-40DC-95CF-6B6336C94158}" dt="2024-02-01T10:28:40.916" v="4" actId="20577"/>
      <pc:docMkLst>
        <pc:docMk/>
      </pc:docMkLst>
      <pc:sldChg chg="modSp">
        <pc:chgData name="Chung Chan" userId="d7da794639b52171" providerId="LiveId" clId="{16EEA417-B387-40DC-95CF-6B6336C94158}" dt="2024-02-01T10:28:40.916" v="4" actId="20577"/>
        <pc:sldMkLst>
          <pc:docMk/>
          <pc:sldMk cId="820028207" sldId="340"/>
        </pc:sldMkLst>
      </pc:sldChg>
    </pc:docChg>
  </pc:docChgLst>
  <pc:docChgLst>
    <pc:chgData name="Chung Chan" userId="d7da794639b52171" providerId="LiveId" clId="{EC460072-CE1C-FC48-BB4D-A74919759393}"/>
    <pc:docChg chg="modSld">
      <pc:chgData name="Chung Chan" userId="d7da794639b52171" providerId="LiveId" clId="{EC460072-CE1C-FC48-BB4D-A74919759393}" dt="2024-01-31T06:31:56.793" v="108" actId="114"/>
      <pc:docMkLst>
        <pc:docMk/>
      </pc:docMkLst>
      <pc:sldChg chg="modSp">
        <pc:chgData name="Chung Chan" userId="d7da794639b52171" providerId="LiveId" clId="{EC460072-CE1C-FC48-BB4D-A74919759393}" dt="2024-01-31T06:30:18.275" v="105" actId="114"/>
        <pc:sldMkLst>
          <pc:docMk/>
          <pc:sldMk cId="505104862" sldId="337"/>
        </pc:sldMkLst>
      </pc:sldChg>
      <pc:sldChg chg="modSp">
        <pc:chgData name="Chung Chan" userId="d7da794639b52171" providerId="LiveId" clId="{EC460072-CE1C-FC48-BB4D-A74919759393}" dt="2024-01-31T06:30:48.762" v="107" actId="114"/>
        <pc:sldMkLst>
          <pc:docMk/>
          <pc:sldMk cId="1138159492" sldId="338"/>
        </pc:sldMkLst>
      </pc:sldChg>
      <pc:sldChg chg="modSp">
        <pc:chgData name="Chung Chan" userId="d7da794639b52171" providerId="LiveId" clId="{EC460072-CE1C-FC48-BB4D-A74919759393}" dt="2024-01-31T06:31:56.793" v="108" actId="114"/>
        <pc:sldMkLst>
          <pc:docMk/>
          <pc:sldMk cId="820028207" sldId="340"/>
        </pc:sldMkLst>
      </pc:sldChg>
      <pc:sldChg chg="modSp">
        <pc:chgData name="Chung Chan" userId="d7da794639b52171" providerId="LiveId" clId="{EC460072-CE1C-FC48-BB4D-A74919759393}" dt="2024-01-31T06:26:11.411" v="66" actId="114"/>
        <pc:sldMkLst>
          <pc:docMk/>
          <pc:sldMk cId="2631245960" sldId="346"/>
        </pc:sldMkLst>
      </pc:sldChg>
      <pc:sldChg chg="modSp">
        <pc:chgData name="Chung Chan" userId="d7da794639b52171" providerId="LiveId" clId="{EC460072-CE1C-FC48-BB4D-A74919759393}" dt="2024-01-31T06:23:55.640" v="35" actId="114"/>
        <pc:sldMkLst>
          <pc:docMk/>
          <pc:sldMk cId="2491150043" sldId="348"/>
        </pc:sldMkLst>
      </pc:sldChg>
      <pc:sldChg chg="modSp">
        <pc:chgData name="Chung Chan" userId="d7da794639b52171" providerId="LiveId" clId="{EC460072-CE1C-FC48-BB4D-A74919759393}" dt="2024-01-31T06:24:24.863" v="42" actId="114"/>
        <pc:sldMkLst>
          <pc:docMk/>
          <pc:sldMk cId="4184813058" sldId="354"/>
        </pc:sldMkLst>
      </pc:sldChg>
      <pc:sldChg chg="modSp">
        <pc:chgData name="Chung Chan" userId="d7da794639b52171" providerId="LiveId" clId="{EC460072-CE1C-FC48-BB4D-A74919759393}" dt="2024-01-31T06:28:23.750" v="91" actId="114"/>
        <pc:sldMkLst>
          <pc:docMk/>
          <pc:sldMk cId="745230232" sldId="370"/>
        </pc:sldMkLst>
      </pc:sldChg>
      <pc:sldChg chg="modSp">
        <pc:chgData name="Chung Chan" userId="d7da794639b52171" providerId="LiveId" clId="{EC460072-CE1C-FC48-BB4D-A74919759393}" dt="2024-01-31T06:29:26.178" v="102" actId="114"/>
        <pc:sldMkLst>
          <pc:docMk/>
          <pc:sldMk cId="4014115946" sldId="373"/>
        </pc:sldMkLst>
      </pc:sldChg>
      <pc:sldChg chg="modSp">
        <pc:chgData name="Chung Chan" userId="d7da794639b52171" providerId="LiveId" clId="{EC460072-CE1C-FC48-BB4D-A74919759393}" dt="2024-01-31T06:28:52.803" v="97" actId="114"/>
        <pc:sldMkLst>
          <pc:docMk/>
          <pc:sldMk cId="285100749" sldId="374"/>
        </pc:sldMkLst>
      </pc:sldChg>
      <pc:sldChg chg="modSp">
        <pc:chgData name="Chung Chan" userId="d7da794639b52171" providerId="LiveId" clId="{EC460072-CE1C-FC48-BB4D-A74919759393}" dt="2024-01-31T06:20:41.236" v="11" actId="114"/>
        <pc:sldMkLst>
          <pc:docMk/>
          <pc:sldMk cId="4181165104" sldId="382"/>
        </pc:sldMkLst>
      </pc:sldChg>
      <pc:sldChg chg="modSp">
        <pc:chgData name="Chung Chan" userId="d7da794639b52171" providerId="LiveId" clId="{EC460072-CE1C-FC48-BB4D-A74919759393}" dt="2024-01-31T06:21:07.045" v="18" actId="114"/>
        <pc:sldMkLst>
          <pc:docMk/>
          <pc:sldMk cId="1052649941" sldId="383"/>
        </pc:sldMkLst>
      </pc:sldChg>
      <pc:sldChg chg="modSp">
        <pc:chgData name="Chung Chan" userId="d7da794639b52171" providerId="LiveId" clId="{EC460072-CE1C-FC48-BB4D-A74919759393}" dt="2024-01-31T06:21:30.155" v="22" actId="114"/>
        <pc:sldMkLst>
          <pc:docMk/>
          <pc:sldMk cId="1123353709" sldId="386"/>
        </pc:sldMkLst>
      </pc:sldChg>
      <pc:sldChg chg="modSp">
        <pc:chgData name="Chung Chan" userId="d7da794639b52171" providerId="LiveId" clId="{EC460072-CE1C-FC48-BB4D-A74919759393}" dt="2024-01-31T06:24:58.392" v="52" actId="114"/>
        <pc:sldMkLst>
          <pc:docMk/>
          <pc:sldMk cId="2303006648" sldId="391"/>
        </pc:sldMkLst>
      </pc:sldChg>
      <pc:sldChg chg="modSp">
        <pc:chgData name="Chung Chan" userId="d7da794639b52171" providerId="LiveId" clId="{EC460072-CE1C-FC48-BB4D-A74919759393}" dt="2024-01-31T06:25:38.076" v="62" actId="114"/>
        <pc:sldMkLst>
          <pc:docMk/>
          <pc:sldMk cId="294703725" sldId="392"/>
        </pc:sldMkLst>
      </pc:sldChg>
      <pc:sldChg chg="modSp">
        <pc:chgData name="Chung Chan" userId="d7da794639b52171" providerId="LiveId" clId="{EC460072-CE1C-FC48-BB4D-A74919759393}" dt="2024-01-31T06:27:56.188" v="85" actId="114"/>
        <pc:sldMkLst>
          <pc:docMk/>
          <pc:sldMk cId="3351228763" sldId="397"/>
        </pc:sldMkLst>
      </pc:sldChg>
      <pc:sldChg chg="modSp">
        <pc:chgData name="Chung Chan" userId="d7da794639b52171" providerId="LiveId" clId="{EC460072-CE1C-FC48-BB4D-A74919759393}" dt="2024-01-31T06:26:45.648" v="69" actId="114"/>
        <pc:sldMkLst>
          <pc:docMk/>
          <pc:sldMk cId="2836945721" sldId="399"/>
        </pc:sldMkLst>
      </pc:sldChg>
    </pc:docChg>
  </pc:docChgLst>
  <pc:docChgLst>
    <pc:chgData name="Chung Chan" userId="d7da794639b52171" providerId="LiveId" clId="{99AA7372-2B48-6045-9E2A-2ADEE7A25CA9}"/>
    <pc:docChg chg="modSld">
      <pc:chgData name="Chung Chan" userId="d7da794639b52171" providerId="LiveId" clId="{99AA7372-2B48-6045-9E2A-2ADEE7A25CA9}" dt="2021-01-27T10:45:05.277" v="0" actId="20577"/>
      <pc:docMkLst>
        <pc:docMk/>
      </pc:docMkLst>
      <pc:sldChg chg="modSp">
        <pc:chgData name="Chung Chan" userId="d7da794639b52171" providerId="LiveId" clId="{99AA7372-2B48-6045-9E2A-2ADEE7A25CA9}" dt="2021-01-27T10:45:05.277" v="0" actId="20577"/>
        <pc:sldMkLst>
          <pc:docMk/>
          <pc:sldMk cId="932848046" sldId="356"/>
        </pc:sldMkLst>
      </pc:sldChg>
    </pc:docChg>
  </pc:docChgLst>
  <pc:docChgLst>
    <pc:chgData name="Chung Chan" userId="d7da794639b52171" providerId="Windows Live" clId="Web-{B65C0D62-CC55-4591-89CF-59DE00793EC7}"/>
    <pc:docChg chg="modSld">
      <pc:chgData name="Chung Chan" userId="d7da794639b52171" providerId="Windows Live" clId="Web-{B65C0D62-CC55-4591-89CF-59DE00793EC7}" dt="2021-01-21T06:12:34.214" v="0" actId="20577"/>
      <pc:docMkLst>
        <pc:docMk/>
      </pc:docMkLst>
      <pc:sldChg chg="modSp">
        <pc:chgData name="Chung Chan" userId="d7da794639b52171" providerId="Windows Live" clId="Web-{B65C0D62-CC55-4591-89CF-59DE00793EC7}" dt="2021-01-21T06:12:34.214" v="0" actId="20577"/>
        <pc:sldMkLst>
          <pc:docMk/>
          <pc:sldMk cId="2188911461" sldId="256"/>
        </pc:sldMkLst>
      </pc:sldChg>
    </pc:docChg>
  </pc:docChgLst>
  <pc:docChgLst>
    <pc:chgData name="Chung Chan" userId="d7da794639b52171" providerId="LiveId" clId="{C8E5019B-679D-4EE2-874B-FFBB980BB378}"/>
    <pc:docChg chg="undo custSel addSld modSld">
      <pc:chgData name="Chung Chan" userId="d7da794639b52171" providerId="LiveId" clId="{C8E5019B-679D-4EE2-874B-FFBB980BB378}" dt="2022-01-26T08:59:24.638" v="800" actId="20577"/>
      <pc:docMkLst>
        <pc:docMk/>
      </pc:docMkLst>
      <pc:sldChg chg="modSp modAnim">
        <pc:chgData name="Chung Chan" userId="d7da794639b52171" providerId="LiveId" clId="{C8E5019B-679D-4EE2-874B-FFBB980BB378}" dt="2022-01-26T07:44:02.802" v="17" actId="20577"/>
        <pc:sldMkLst>
          <pc:docMk/>
          <pc:sldMk cId="505104862" sldId="337"/>
        </pc:sldMkLst>
      </pc:sldChg>
      <pc:sldChg chg="delSp mod delAnim">
        <pc:chgData name="Chung Chan" userId="d7da794639b52171" providerId="LiveId" clId="{C8E5019B-679D-4EE2-874B-FFBB980BB378}" dt="2022-01-26T07:58:33.966" v="28" actId="478"/>
        <pc:sldMkLst>
          <pc:docMk/>
          <pc:sldMk cId="2491150043" sldId="348"/>
        </pc:sldMkLst>
      </pc:sldChg>
      <pc:sldChg chg="modSp mod">
        <pc:chgData name="Chung Chan" userId="d7da794639b52171" providerId="LiveId" clId="{C8E5019B-679D-4EE2-874B-FFBB980BB378}" dt="2022-01-26T08:49:13.744" v="643" actId="20577"/>
        <pc:sldMkLst>
          <pc:docMk/>
          <pc:sldMk cId="876295041" sldId="350"/>
        </pc:sldMkLst>
      </pc:sldChg>
      <pc:sldChg chg="delSp modSp mod delAnim">
        <pc:chgData name="Chung Chan" userId="d7da794639b52171" providerId="LiveId" clId="{C8E5019B-679D-4EE2-874B-FFBB980BB378}" dt="2022-01-26T08:37:08.121" v="489" actId="20577"/>
        <pc:sldMkLst>
          <pc:docMk/>
          <pc:sldMk cId="932848046" sldId="356"/>
        </pc:sldMkLst>
      </pc:sldChg>
      <pc:sldChg chg="modSp mod">
        <pc:chgData name="Chung Chan" userId="d7da794639b52171" providerId="LiveId" clId="{C8E5019B-679D-4EE2-874B-FFBB980BB378}" dt="2022-01-26T08:53:02.730" v="742" actId="20577"/>
        <pc:sldMkLst>
          <pc:docMk/>
          <pc:sldMk cId="2054236781" sldId="360"/>
        </pc:sldMkLst>
      </pc:sldChg>
      <pc:sldChg chg="delSp modSp mod delAnim modAnim">
        <pc:chgData name="Chung Chan" userId="d7da794639b52171" providerId="LiveId" clId="{C8E5019B-679D-4EE2-874B-FFBB980BB378}" dt="2022-01-26T08:48:00.552" v="639" actId="478"/>
        <pc:sldMkLst>
          <pc:docMk/>
          <pc:sldMk cId="745230232" sldId="370"/>
        </pc:sldMkLst>
      </pc:sldChg>
      <pc:sldChg chg="modSp mod">
        <pc:chgData name="Chung Chan" userId="d7da794639b52171" providerId="LiveId" clId="{C8E5019B-679D-4EE2-874B-FFBB980BB378}" dt="2022-01-26T08:08:16.224" v="90" actId="20577"/>
        <pc:sldMkLst>
          <pc:docMk/>
          <pc:sldMk cId="4014115946" sldId="373"/>
        </pc:sldMkLst>
      </pc:sldChg>
      <pc:sldChg chg="delSp mod delAnim">
        <pc:chgData name="Chung Chan" userId="d7da794639b52171" providerId="LiveId" clId="{C8E5019B-679D-4EE2-874B-FFBB980BB378}" dt="2022-01-26T07:45:24.199" v="18" actId="478"/>
        <pc:sldMkLst>
          <pc:docMk/>
          <pc:sldMk cId="4181165104" sldId="382"/>
        </pc:sldMkLst>
      </pc:sldChg>
      <pc:sldChg chg="modSp">
        <pc:chgData name="Chung Chan" userId="d7da794639b52171" providerId="LiveId" clId="{C8E5019B-679D-4EE2-874B-FFBB980BB378}" dt="2022-01-26T07:46:47.580" v="27" actId="20577"/>
        <pc:sldMkLst>
          <pc:docMk/>
          <pc:sldMk cId="1123353709" sldId="386"/>
        </pc:sldMkLst>
      </pc:sldChg>
      <pc:sldChg chg="modSp modAnim">
        <pc:chgData name="Chung Chan" userId="d7da794639b52171" providerId="LiveId" clId="{C8E5019B-679D-4EE2-874B-FFBB980BB378}" dt="2022-01-26T08:45:44.805" v="600" actId="20577"/>
        <pc:sldMkLst>
          <pc:docMk/>
          <pc:sldMk cId="3133880352" sldId="393"/>
        </pc:sldMkLst>
      </pc:sldChg>
      <pc:sldChg chg="addSp delSp modSp mod addAnim delAnim modAnim">
        <pc:chgData name="Chung Chan" userId="d7da794639b52171" providerId="LiveId" clId="{C8E5019B-679D-4EE2-874B-FFBB980BB378}" dt="2022-01-26T08:59:24.638" v="800" actId="20577"/>
        <pc:sldMkLst>
          <pc:docMk/>
          <pc:sldMk cId="1835025658" sldId="394"/>
        </pc:sldMkLst>
      </pc:sldChg>
      <pc:sldChg chg="modSp mod">
        <pc:chgData name="Chung Chan" userId="d7da794639b52171" providerId="LiveId" clId="{C8E5019B-679D-4EE2-874B-FFBB980BB378}" dt="2022-01-26T08:56:10.470" v="781" actId="20577"/>
        <pc:sldMkLst>
          <pc:docMk/>
          <pc:sldMk cId="3351228763" sldId="397"/>
        </pc:sldMkLst>
      </pc:sldChg>
      <pc:sldChg chg="modSp mod modAnim">
        <pc:chgData name="Chung Chan" userId="d7da794639b52171" providerId="LiveId" clId="{C8E5019B-679D-4EE2-874B-FFBB980BB378}" dt="2022-01-26T08:46:49.532" v="638" actId="20577"/>
        <pc:sldMkLst>
          <pc:docMk/>
          <pc:sldMk cId="1214614440" sldId="398"/>
        </pc:sldMkLst>
      </pc:sldChg>
      <pc:sldChg chg="modSp new mod">
        <pc:chgData name="Chung Chan" userId="d7da794639b52171" providerId="LiveId" clId="{C8E5019B-679D-4EE2-874B-FFBB980BB378}" dt="2022-01-26T08:46:22.963" v="614" actId="20577"/>
        <pc:sldMkLst>
          <pc:docMk/>
          <pc:sldMk cId="3395859702" sldId="400"/>
        </pc:sldMkLst>
      </pc:sldChg>
    </pc:docChg>
  </pc:docChgLst>
  <pc:docChgLst>
    <pc:chgData name="Chung Chan" userId="d7da794639b52171" providerId="LiveId" clId="{634EB435-6062-4382-984E-86A017A60E62}"/>
    <pc:docChg chg="custSel modSld">
      <pc:chgData name="Chung Chan" userId="d7da794639b52171" providerId="LiveId" clId="{634EB435-6062-4382-984E-86A017A60E62}" dt="2021-02-03T10:51:21.121" v="15" actId="20577"/>
      <pc:docMkLst>
        <pc:docMk/>
      </pc:docMkLst>
      <pc:sldChg chg="modSp">
        <pc:chgData name="Chung Chan" userId="d7da794639b52171" providerId="LiveId" clId="{634EB435-6062-4382-984E-86A017A60E62}" dt="2021-02-03T10:51:21.121" v="15" actId="20577"/>
        <pc:sldMkLst>
          <pc:docMk/>
          <pc:sldMk cId="505104862" sldId="337"/>
        </pc:sldMkLst>
      </pc:sldChg>
      <pc:sldChg chg="modSp mod">
        <pc:chgData name="Chung Chan" userId="d7da794639b52171" providerId="LiveId" clId="{634EB435-6062-4382-984E-86A017A60E62}" dt="2021-02-03T10:51:15.868" v="14" actId="27636"/>
        <pc:sldMkLst>
          <pc:docMk/>
          <pc:sldMk cId="2631245960" sldId="346"/>
        </pc:sldMkLst>
      </pc:sldChg>
      <pc:sldChg chg="modSp">
        <pc:chgData name="Chung Chan" userId="d7da794639b52171" providerId="LiveId" clId="{634EB435-6062-4382-984E-86A017A60E62}" dt="2021-01-22T08:10:52.817" v="2" actId="20577"/>
        <pc:sldMkLst>
          <pc:docMk/>
          <pc:sldMk cId="745230232" sldId="370"/>
        </pc:sldMkLst>
      </pc:sldChg>
      <pc:sldChg chg="modSp mod">
        <pc:chgData name="Chung Chan" userId="d7da794639b52171" providerId="LiveId" clId="{634EB435-6062-4382-984E-86A017A60E62}" dt="2021-01-22T08:11:11.410" v="5" actId="20577"/>
        <pc:sldMkLst>
          <pc:docMk/>
          <pc:sldMk cId="4014115946" sldId="373"/>
        </pc:sldMkLst>
      </pc:sldChg>
      <pc:sldChg chg="modSp mod modAnim">
        <pc:chgData name="Chung Chan" userId="d7da794639b52171" providerId="LiveId" clId="{634EB435-6062-4382-984E-86A017A60E62}" dt="2021-01-27T07:22:15.758" v="12"/>
        <pc:sldMkLst>
          <pc:docMk/>
          <pc:sldMk cId="1214614440" sldId="398"/>
        </pc:sldMkLst>
      </pc:sldChg>
    </pc:docChg>
  </pc:docChgLst>
  <pc:docChgLst>
    <pc:chgData name="Chung Chan" userId="d7da794639b52171" providerId="LiveId" clId="{07A10A2E-FD97-544B-AE9C-5632E3DA7A4B}"/>
    <pc:docChg chg="undo custSel modSld">
      <pc:chgData name="Chung Chan" userId="d7da794639b52171" providerId="LiveId" clId="{07A10A2E-FD97-544B-AE9C-5632E3DA7A4B}" dt="2025-02-06T01:11:38.746" v="11" actId="114"/>
      <pc:docMkLst>
        <pc:docMk/>
      </pc:docMkLst>
      <pc:sldChg chg="modSp">
        <pc:chgData name="Chung Chan" userId="d7da794639b52171" providerId="LiveId" clId="{07A10A2E-FD97-544B-AE9C-5632E3DA7A4B}" dt="2025-02-06T01:11:38.746" v="11" actId="114"/>
        <pc:sldMkLst>
          <pc:docMk/>
          <pc:sldMk cId="820028207" sldId="340"/>
        </pc:sldMkLst>
        <pc:spChg chg="mod">
          <ac:chgData name="Chung Chan" userId="d7da794639b52171" providerId="LiveId" clId="{07A10A2E-FD97-544B-AE9C-5632E3DA7A4B}" dt="2025-02-06T01:11:27.161" v="6" actId="20577"/>
          <ac:spMkLst>
            <pc:docMk/>
            <pc:sldMk cId="820028207" sldId="340"/>
            <ac:spMk id="8" creationId="{485965C8-6966-4097-BBFD-B9CA0DF45359}"/>
          </ac:spMkLst>
        </pc:spChg>
        <pc:spChg chg="mod">
          <ac:chgData name="Chung Chan" userId="d7da794639b52171" providerId="LiveId" clId="{07A10A2E-FD97-544B-AE9C-5632E3DA7A4B}" dt="2025-02-06T01:11:38.746" v="11" actId="114"/>
          <ac:spMkLst>
            <pc:docMk/>
            <pc:sldMk cId="820028207" sldId="340"/>
            <ac:spMk id="47" creationId="{3DD46009-AE43-4A96-BEFE-C20B955004E2}"/>
          </ac:spMkLst>
        </pc:spChg>
      </pc:sldChg>
      <pc:sldChg chg="modSp mod">
        <pc:chgData name="Chung Chan" userId="d7da794639b52171" providerId="LiveId" clId="{07A10A2E-FD97-544B-AE9C-5632E3DA7A4B}" dt="2025-02-02T09:20:35.627" v="0" actId="20577"/>
        <pc:sldMkLst>
          <pc:docMk/>
          <pc:sldMk cId="932848046" sldId="356"/>
        </pc:sldMkLst>
        <pc:spChg chg="mod">
          <ac:chgData name="Chung Chan" userId="d7da794639b52171" providerId="LiveId" clId="{07A10A2E-FD97-544B-AE9C-5632E3DA7A4B}" dt="2025-02-02T09:20:35.627" v="0" actId="20577"/>
          <ac:spMkLst>
            <pc:docMk/>
            <pc:sldMk cId="932848046" sldId="356"/>
            <ac:spMk id="3" creationId="{7C6756DA-D700-4413-AB49-89C443A3523B}"/>
          </ac:spMkLst>
        </pc:spChg>
      </pc:sldChg>
      <pc:sldChg chg="modSp mod">
        <pc:chgData name="Chung Chan" userId="d7da794639b52171" providerId="LiveId" clId="{07A10A2E-FD97-544B-AE9C-5632E3DA7A4B}" dt="2025-02-02T09:20:42.243" v="2" actId="20577"/>
        <pc:sldMkLst>
          <pc:docMk/>
          <pc:sldMk cId="3133880352" sldId="393"/>
        </pc:sldMkLst>
        <pc:spChg chg="mod">
          <ac:chgData name="Chung Chan" userId="d7da794639b52171" providerId="LiveId" clId="{07A10A2E-FD97-544B-AE9C-5632E3DA7A4B}" dt="2025-02-02T09:20:42.243" v="2" actId="20577"/>
          <ac:spMkLst>
            <pc:docMk/>
            <pc:sldMk cId="3133880352" sldId="393"/>
            <ac:spMk id="2" creationId="{A9E0418F-96D7-4CF8-9CBA-C1C16C0B50F5}"/>
          </ac:spMkLst>
        </pc:spChg>
      </pc:sldChg>
    </pc:docChg>
  </pc:docChgLst>
  <pc:docChgLst>
    <pc:chgData name="Chung Chan" userId="d7da794639b52171" providerId="LiveId" clId="{64D2635F-0304-47E6-83F0-7505E2BF0245}"/>
    <pc:docChg chg="undo redo custSel addSld delSld modSld sldOrd">
      <pc:chgData name="Chung Chan" userId="d7da794639b52171" providerId="LiveId" clId="{64D2635F-0304-47E6-83F0-7505E2BF0245}" dt="2020-03-05T09:20:26.711" v="9999" actId="20577"/>
      <pc:docMkLst>
        <pc:docMk/>
      </pc:docMkLst>
      <pc:sldChg chg="modSp">
        <pc:chgData name="Chung Chan" userId="d7da794639b52171" providerId="LiveId" clId="{64D2635F-0304-47E6-83F0-7505E2BF0245}" dt="2020-02-15T04:11:33.776" v="31" actId="20577"/>
        <pc:sldMkLst>
          <pc:docMk/>
          <pc:sldMk cId="2188911461" sldId="256"/>
        </pc:sldMkLst>
      </pc:sldChg>
      <pc:sldChg chg="modSp modAnim">
        <pc:chgData name="Chung Chan" userId="d7da794639b52171" providerId="LiveId" clId="{64D2635F-0304-47E6-83F0-7505E2BF0245}" dt="2020-02-19T07:33:14.373" v="9715" actId="20577"/>
        <pc:sldMkLst>
          <pc:docMk/>
          <pc:sldMk cId="505104862" sldId="337"/>
        </pc:sldMkLst>
      </pc:sldChg>
      <pc:sldChg chg="modSp modAnim">
        <pc:chgData name="Chung Chan" userId="d7da794639b52171" providerId="LiveId" clId="{64D2635F-0304-47E6-83F0-7505E2BF0245}" dt="2020-02-19T07:36:12.295" v="9725"/>
        <pc:sldMkLst>
          <pc:docMk/>
          <pc:sldMk cId="1138159492" sldId="338"/>
        </pc:sldMkLst>
      </pc:sldChg>
      <pc:sldChg chg="addSp delSp modSp ord addAnim delAnim modAnim">
        <pc:chgData name="Chung Chan" userId="d7da794639b52171" providerId="LiveId" clId="{64D2635F-0304-47E6-83F0-7505E2BF0245}" dt="2020-02-19T07:58:22.455" v="9946" actId="20577"/>
        <pc:sldMkLst>
          <pc:docMk/>
          <pc:sldMk cId="820028207" sldId="340"/>
        </pc:sldMkLst>
      </pc:sldChg>
      <pc:sldChg chg="del">
        <pc:chgData name="Chung Chan" userId="d7da794639b52171" providerId="LiveId" clId="{64D2635F-0304-47E6-83F0-7505E2BF0245}" dt="2020-02-16T16:07:01.511" v="1396" actId="47"/>
        <pc:sldMkLst>
          <pc:docMk/>
          <pc:sldMk cId="1801313871" sldId="341"/>
        </pc:sldMkLst>
      </pc:sldChg>
      <pc:sldChg chg="del">
        <pc:chgData name="Chung Chan" userId="d7da794639b52171" providerId="LiveId" clId="{64D2635F-0304-47E6-83F0-7505E2BF0245}" dt="2020-02-16T16:07:01.511" v="1396" actId="47"/>
        <pc:sldMkLst>
          <pc:docMk/>
          <pc:sldMk cId="2034053341" sldId="342"/>
        </pc:sldMkLst>
      </pc:sldChg>
      <pc:sldChg chg="del">
        <pc:chgData name="Chung Chan" userId="d7da794639b52171" providerId="LiveId" clId="{64D2635F-0304-47E6-83F0-7505E2BF0245}" dt="2020-02-16T16:07:01.511" v="1396" actId="47"/>
        <pc:sldMkLst>
          <pc:docMk/>
          <pc:sldMk cId="619458631" sldId="343"/>
        </pc:sldMkLst>
      </pc:sldChg>
      <pc:sldChg chg="addSp delSp modSp ord delAnim modAnim">
        <pc:chgData name="Chung Chan" userId="d7da794639b52171" providerId="LiveId" clId="{64D2635F-0304-47E6-83F0-7505E2BF0245}" dt="2020-02-17T12:41:49.921" v="9075" actId="404"/>
        <pc:sldMkLst>
          <pc:docMk/>
          <pc:sldMk cId="2631245960" sldId="346"/>
        </pc:sldMkLst>
      </pc:sldChg>
      <pc:sldChg chg="addSp delSp modSp delAnim modAnim">
        <pc:chgData name="Chung Chan" userId="d7da794639b52171" providerId="LiveId" clId="{64D2635F-0304-47E6-83F0-7505E2BF0245}" dt="2020-02-17T03:43:25.157" v="2784"/>
        <pc:sldMkLst>
          <pc:docMk/>
          <pc:sldMk cId="2491150043" sldId="348"/>
        </pc:sldMkLst>
      </pc:sldChg>
      <pc:sldChg chg="modSp">
        <pc:chgData name="Chung Chan" userId="d7da794639b52171" providerId="LiveId" clId="{64D2635F-0304-47E6-83F0-7505E2BF0245}" dt="2020-02-17T13:03:31.433" v="9309" actId="20577"/>
        <pc:sldMkLst>
          <pc:docMk/>
          <pc:sldMk cId="876295041" sldId="350"/>
        </pc:sldMkLst>
      </pc:sldChg>
      <pc:sldChg chg="modSp del modTransition modAnim">
        <pc:chgData name="Chung Chan" userId="d7da794639b52171" providerId="LiveId" clId="{64D2635F-0304-47E6-83F0-7505E2BF0245}" dt="2020-02-17T04:04:28.459" v="3425" actId="2696"/>
        <pc:sldMkLst>
          <pc:docMk/>
          <pc:sldMk cId="1617485616" sldId="355"/>
        </pc:sldMkLst>
      </pc:sldChg>
      <pc:sldChg chg="addSp delSp modSp mod modTransition delAnim modAnim">
        <pc:chgData name="Chung Chan" userId="d7da794639b52171" providerId="LiveId" clId="{64D2635F-0304-47E6-83F0-7505E2BF0245}" dt="2020-02-19T08:06:31.312" v="9992"/>
        <pc:sldMkLst>
          <pc:docMk/>
          <pc:sldMk cId="932848046" sldId="356"/>
        </pc:sldMkLst>
      </pc:sldChg>
      <pc:sldChg chg="modSp del">
        <pc:chgData name="Chung Chan" userId="d7da794639b52171" providerId="LiveId" clId="{64D2635F-0304-47E6-83F0-7505E2BF0245}" dt="2020-02-16T16:55:50.417" v="1783" actId="2696"/>
        <pc:sldMkLst>
          <pc:docMk/>
          <pc:sldMk cId="2708150889" sldId="357"/>
        </pc:sldMkLst>
      </pc:sldChg>
      <pc:sldChg chg="del">
        <pc:chgData name="Chung Chan" userId="d7da794639b52171" providerId="LiveId" clId="{64D2635F-0304-47E6-83F0-7505E2BF0245}" dt="2020-02-17T11:28:27.474" v="8993" actId="2696"/>
        <pc:sldMkLst>
          <pc:docMk/>
          <pc:sldMk cId="3030204088" sldId="358"/>
        </pc:sldMkLst>
      </pc:sldChg>
      <pc:sldChg chg="del">
        <pc:chgData name="Chung Chan" userId="d7da794639b52171" providerId="LiveId" clId="{64D2635F-0304-47E6-83F0-7505E2BF0245}" dt="2020-02-16T16:06:45.470" v="1395" actId="47"/>
        <pc:sldMkLst>
          <pc:docMk/>
          <pc:sldMk cId="1491235052" sldId="365"/>
        </pc:sldMkLst>
      </pc:sldChg>
      <pc:sldChg chg="del">
        <pc:chgData name="Chung Chan" userId="d7da794639b52171" providerId="LiveId" clId="{64D2635F-0304-47E6-83F0-7505E2BF0245}" dt="2020-02-17T05:49:58.445" v="4917" actId="2696"/>
        <pc:sldMkLst>
          <pc:docMk/>
          <pc:sldMk cId="1544790820" sldId="367"/>
        </pc:sldMkLst>
      </pc:sldChg>
      <pc:sldChg chg="addSp delSp modSp del ord">
        <pc:chgData name="Chung Chan" userId="d7da794639b52171" providerId="LiveId" clId="{64D2635F-0304-47E6-83F0-7505E2BF0245}" dt="2020-02-17T11:12:35.160" v="8692" actId="47"/>
        <pc:sldMkLst>
          <pc:docMk/>
          <pc:sldMk cId="763761206" sldId="368"/>
        </pc:sldMkLst>
      </pc:sldChg>
      <pc:sldChg chg="addSp delSp modSp modAnim">
        <pc:chgData name="Chung Chan" userId="d7da794639b52171" providerId="LiveId" clId="{64D2635F-0304-47E6-83F0-7505E2BF0245}" dt="2020-03-05T08:59:55.655" v="9998"/>
        <pc:sldMkLst>
          <pc:docMk/>
          <pc:sldMk cId="745230232" sldId="370"/>
        </pc:sldMkLst>
      </pc:sldChg>
      <pc:sldChg chg="modSp add del modAnim">
        <pc:chgData name="Chung Chan" userId="d7da794639b52171" providerId="LiveId" clId="{64D2635F-0304-47E6-83F0-7505E2BF0245}" dt="2020-02-18T14:13:51.517" v="9442" actId="2696"/>
        <pc:sldMkLst>
          <pc:docMk/>
          <pc:sldMk cId="446426094" sldId="372"/>
        </pc:sldMkLst>
      </pc:sldChg>
      <pc:sldChg chg="modSp modAnim">
        <pc:chgData name="Chung Chan" userId="d7da794639b52171" providerId="LiveId" clId="{64D2635F-0304-47E6-83F0-7505E2BF0245}" dt="2020-02-18T15:02:00.720" v="9524" actId="113"/>
        <pc:sldMkLst>
          <pc:docMk/>
          <pc:sldMk cId="4014115946" sldId="373"/>
        </pc:sldMkLst>
      </pc:sldChg>
      <pc:sldChg chg="modSp">
        <pc:chgData name="Chung Chan" userId="d7da794639b52171" providerId="LiveId" clId="{64D2635F-0304-47E6-83F0-7505E2BF0245}" dt="2020-02-18T14:58:09.823" v="9483" actId="20577"/>
        <pc:sldMkLst>
          <pc:docMk/>
          <pc:sldMk cId="285100749" sldId="374"/>
        </pc:sldMkLst>
      </pc:sldChg>
      <pc:sldChg chg="modSp">
        <pc:chgData name="Chung Chan" userId="d7da794639b52171" providerId="LiveId" clId="{64D2635F-0304-47E6-83F0-7505E2BF0245}" dt="2020-03-05T09:20:26.711" v="9999" actId="20577"/>
        <pc:sldMkLst>
          <pc:docMk/>
          <pc:sldMk cId="1480127474" sldId="375"/>
        </pc:sldMkLst>
      </pc:sldChg>
      <pc:sldChg chg="addSp delSp modSp del modAnim">
        <pc:chgData name="Chung Chan" userId="d7da794639b52171" providerId="LiveId" clId="{64D2635F-0304-47E6-83F0-7505E2BF0245}" dt="2020-02-16T16:06:45.470" v="1395" actId="47"/>
        <pc:sldMkLst>
          <pc:docMk/>
          <pc:sldMk cId="1771328800" sldId="376"/>
        </pc:sldMkLst>
      </pc:sldChg>
      <pc:sldChg chg="modSp del ord">
        <pc:chgData name="Chung Chan" userId="d7da794639b52171" providerId="LiveId" clId="{64D2635F-0304-47E6-83F0-7505E2BF0245}" dt="2020-02-16T14:36:48.772" v="1104" actId="2696"/>
        <pc:sldMkLst>
          <pc:docMk/>
          <pc:sldMk cId="81267991" sldId="377"/>
        </pc:sldMkLst>
      </pc:sldChg>
      <pc:sldChg chg="delSp modSp add del ord delAnim">
        <pc:chgData name="Chung Chan" userId="d7da794639b52171" providerId="LiveId" clId="{64D2635F-0304-47E6-83F0-7505E2BF0245}" dt="2020-02-16T14:36:58.236" v="1105" actId="2696"/>
        <pc:sldMkLst>
          <pc:docMk/>
          <pc:sldMk cId="3588140717" sldId="378"/>
        </pc:sldMkLst>
      </pc:sldChg>
      <pc:sldChg chg="addSp delSp modSp add del ord delAnim modAnim">
        <pc:chgData name="Chung Chan" userId="d7da794639b52171" providerId="LiveId" clId="{64D2635F-0304-47E6-83F0-7505E2BF0245}" dt="2020-02-16T14:37:13.908" v="1106" actId="2696"/>
        <pc:sldMkLst>
          <pc:docMk/>
          <pc:sldMk cId="3454488776" sldId="379"/>
        </pc:sldMkLst>
      </pc:sldChg>
      <pc:sldChg chg="del">
        <pc:chgData name="Chung Chan" userId="d7da794639b52171" providerId="LiveId" clId="{64D2635F-0304-47E6-83F0-7505E2BF0245}" dt="2020-02-16T14:37:13.908" v="1106" actId="2696"/>
        <pc:sldMkLst>
          <pc:docMk/>
          <pc:sldMk cId="3100022398" sldId="380"/>
        </pc:sldMkLst>
      </pc:sldChg>
      <pc:sldChg chg="add del ord">
        <pc:chgData name="Chung Chan" userId="d7da794639b52171" providerId="LiveId" clId="{64D2635F-0304-47E6-83F0-7505E2BF0245}" dt="2020-02-16T13:55:56.464" v="828" actId="2696"/>
        <pc:sldMkLst>
          <pc:docMk/>
          <pc:sldMk cId="257531072" sldId="381"/>
        </pc:sldMkLst>
      </pc:sldChg>
      <pc:sldChg chg="addSp delSp modSp add ord delAnim modAnim">
        <pc:chgData name="Chung Chan" userId="d7da794639b52171" providerId="LiveId" clId="{64D2635F-0304-47E6-83F0-7505E2BF0245}" dt="2020-02-19T07:54:51.417" v="9904"/>
        <pc:sldMkLst>
          <pc:docMk/>
          <pc:sldMk cId="4181165104" sldId="382"/>
        </pc:sldMkLst>
      </pc:sldChg>
      <pc:sldChg chg="modSp add ord modAnim">
        <pc:chgData name="Chung Chan" userId="d7da794639b52171" providerId="LiveId" clId="{64D2635F-0304-47E6-83F0-7505E2BF0245}" dt="2020-02-19T07:56:24.333" v="9945" actId="20577"/>
        <pc:sldMkLst>
          <pc:docMk/>
          <pc:sldMk cId="1052649941" sldId="383"/>
        </pc:sldMkLst>
      </pc:sldChg>
      <pc:sldChg chg="add del">
        <pc:chgData name="Chung Chan" userId="d7da794639b52171" providerId="LiveId" clId="{64D2635F-0304-47E6-83F0-7505E2BF0245}" dt="2020-02-16T14:37:13.908" v="1106" actId="2696"/>
        <pc:sldMkLst>
          <pc:docMk/>
          <pc:sldMk cId="1195398758" sldId="384"/>
        </pc:sldMkLst>
      </pc:sldChg>
      <pc:sldChg chg="add del">
        <pc:chgData name="Chung Chan" userId="d7da794639b52171" providerId="LiveId" clId="{64D2635F-0304-47E6-83F0-7505E2BF0245}" dt="2020-02-16T12:17:03.071" v="753" actId="47"/>
        <pc:sldMkLst>
          <pc:docMk/>
          <pc:sldMk cId="4294296099" sldId="384"/>
        </pc:sldMkLst>
      </pc:sldChg>
      <pc:sldChg chg="modSp add del">
        <pc:chgData name="Chung Chan" userId="d7da794639b52171" providerId="LiveId" clId="{64D2635F-0304-47E6-83F0-7505E2BF0245}" dt="2020-02-16T14:57:33.406" v="1292" actId="47"/>
        <pc:sldMkLst>
          <pc:docMk/>
          <pc:sldMk cId="2239379796" sldId="385"/>
        </pc:sldMkLst>
      </pc:sldChg>
      <pc:sldChg chg="addSp delSp modSp add ord delAnim modAnim">
        <pc:chgData name="Chung Chan" userId="d7da794639b52171" providerId="LiveId" clId="{64D2635F-0304-47E6-83F0-7505E2BF0245}" dt="2020-02-19T07:53:32.274" v="9902" actId="1076"/>
        <pc:sldMkLst>
          <pc:docMk/>
          <pc:sldMk cId="1123353709" sldId="386"/>
        </pc:sldMkLst>
      </pc:sldChg>
      <pc:sldChg chg="addSp modSp add del">
        <pc:chgData name="Chung Chan" userId="d7da794639b52171" providerId="LiveId" clId="{64D2635F-0304-47E6-83F0-7505E2BF0245}" dt="2020-02-17T05:49:48.333" v="4916" actId="2696"/>
        <pc:sldMkLst>
          <pc:docMk/>
          <pc:sldMk cId="3597133151" sldId="387"/>
        </pc:sldMkLst>
      </pc:sldChg>
      <pc:sldChg chg="addSp delSp modSp add del modTransition modAnim">
        <pc:chgData name="Chung Chan" userId="d7da794639b52171" providerId="LiveId" clId="{64D2635F-0304-47E6-83F0-7505E2BF0245}" dt="2020-02-17T04:00:45.806" v="3224" actId="47"/>
        <pc:sldMkLst>
          <pc:docMk/>
          <pc:sldMk cId="1560305839" sldId="388"/>
        </pc:sldMkLst>
      </pc:sldChg>
      <pc:sldChg chg="add del ord modAnim">
        <pc:chgData name="Chung Chan" userId="d7da794639b52171" providerId="LiveId" clId="{64D2635F-0304-47E6-83F0-7505E2BF0245}" dt="2020-02-17T03:46:42.781" v="2789" actId="47"/>
        <pc:sldMkLst>
          <pc:docMk/>
          <pc:sldMk cId="2419643074" sldId="388"/>
        </pc:sldMkLst>
      </pc:sldChg>
      <pc:sldChg chg="addSp modSp add del modTransition">
        <pc:chgData name="Chung Chan" userId="d7da794639b52171" providerId="LiveId" clId="{64D2635F-0304-47E6-83F0-7505E2BF0245}" dt="2020-02-17T05:51:20.737" v="4918" actId="2696"/>
        <pc:sldMkLst>
          <pc:docMk/>
          <pc:sldMk cId="2241601231" sldId="389"/>
        </pc:sldMkLst>
      </pc:sldChg>
      <pc:sldChg chg="add del ord modTransition">
        <pc:chgData name="Chung Chan" userId="d7da794639b52171" providerId="LiveId" clId="{64D2635F-0304-47E6-83F0-7505E2BF0245}" dt="2020-02-17T04:00:51.587" v="3226" actId="47"/>
        <pc:sldMkLst>
          <pc:docMk/>
          <pc:sldMk cId="3080207705" sldId="390"/>
        </pc:sldMkLst>
      </pc:sldChg>
      <pc:sldChg chg="addSp delSp modSp add del modTransition modAnim">
        <pc:chgData name="Chung Chan" userId="d7da794639b52171" providerId="LiveId" clId="{64D2635F-0304-47E6-83F0-7505E2BF0245}" dt="2020-02-17T04:11:11.326" v="3429" actId="2696"/>
        <pc:sldMkLst>
          <pc:docMk/>
          <pc:sldMk cId="4082147953" sldId="390"/>
        </pc:sldMkLst>
      </pc:sldChg>
      <pc:sldChg chg="addSp delSp modSp add del modTransition modAnim">
        <pc:chgData name="Chung Chan" userId="d7da794639b52171" providerId="LiveId" clId="{64D2635F-0304-47E6-83F0-7505E2BF0245}" dt="2020-02-17T04:00:49.669" v="3225" actId="47"/>
        <pc:sldMkLst>
          <pc:docMk/>
          <pc:sldMk cId="1302546985" sldId="391"/>
        </pc:sldMkLst>
      </pc:sldChg>
      <pc:sldChg chg="addSp delSp modSp add mod">
        <pc:chgData name="Chung Chan" userId="d7da794639b52171" providerId="LiveId" clId="{64D2635F-0304-47E6-83F0-7505E2BF0245}" dt="2020-02-17T04:31:18.557" v="3576" actId="21"/>
        <pc:sldMkLst>
          <pc:docMk/>
          <pc:sldMk cId="2303006648" sldId="391"/>
        </pc:sldMkLst>
      </pc:sldChg>
      <pc:sldChg chg="addSp delSp modSp add mod ord modAnim">
        <pc:chgData name="Chung Chan" userId="d7da794639b52171" providerId="LiveId" clId="{64D2635F-0304-47E6-83F0-7505E2BF0245}" dt="2020-02-17T04:59:02.012" v="3816" actId="20577"/>
        <pc:sldMkLst>
          <pc:docMk/>
          <pc:sldMk cId="294703725" sldId="392"/>
        </pc:sldMkLst>
      </pc:sldChg>
      <pc:sldChg chg="addSp modSp add del modTransition modAnim">
        <pc:chgData name="Chung Chan" userId="d7da794639b52171" providerId="LiveId" clId="{64D2635F-0304-47E6-83F0-7505E2BF0245}" dt="2020-02-17T05:07:42.220" v="4213" actId="47"/>
        <pc:sldMkLst>
          <pc:docMk/>
          <pc:sldMk cId="2392169872" sldId="393"/>
        </pc:sldMkLst>
      </pc:sldChg>
      <pc:sldChg chg="addSp delSp modSp add mod ord modAnim">
        <pc:chgData name="Chung Chan" userId="d7da794639b52171" providerId="LiveId" clId="{64D2635F-0304-47E6-83F0-7505E2BF0245}" dt="2020-02-17T12:33:24.591" v="9028"/>
        <pc:sldMkLst>
          <pc:docMk/>
          <pc:sldMk cId="3133880352" sldId="393"/>
        </pc:sldMkLst>
      </pc:sldChg>
      <pc:sldChg chg="addSp delSp modSp add modAnim">
        <pc:chgData name="Chung Chan" userId="d7da794639b52171" providerId="LiveId" clId="{64D2635F-0304-47E6-83F0-7505E2BF0245}" dt="2020-02-17T12:36:09.984" v="9053" actId="20577"/>
        <pc:sldMkLst>
          <pc:docMk/>
          <pc:sldMk cId="1835025658" sldId="394"/>
        </pc:sldMkLst>
      </pc:sldChg>
      <pc:sldChg chg="modSp add del mod ord">
        <pc:chgData name="Chung Chan" userId="d7da794639b52171" providerId="LiveId" clId="{64D2635F-0304-47E6-83F0-7505E2BF0245}" dt="2020-02-17T10:40:36.675" v="8084" actId="2696"/>
        <pc:sldMkLst>
          <pc:docMk/>
          <pc:sldMk cId="3184748667" sldId="395"/>
        </pc:sldMkLst>
      </pc:sldChg>
      <pc:sldChg chg="add del">
        <pc:chgData name="Chung Chan" userId="d7da794639b52171" providerId="LiveId" clId="{64D2635F-0304-47E6-83F0-7505E2BF0245}" dt="2020-02-17T08:08:02.661" v="6550" actId="2696"/>
        <pc:sldMkLst>
          <pc:docMk/>
          <pc:sldMk cId="3335655750" sldId="395"/>
        </pc:sldMkLst>
      </pc:sldChg>
      <pc:sldChg chg="add del">
        <pc:chgData name="Chung Chan" userId="d7da794639b52171" providerId="LiveId" clId="{64D2635F-0304-47E6-83F0-7505E2BF0245}" dt="2020-02-17T11:12:35.160" v="8692" actId="47"/>
        <pc:sldMkLst>
          <pc:docMk/>
          <pc:sldMk cId="536848269" sldId="396"/>
        </pc:sldMkLst>
      </pc:sldChg>
      <pc:sldChg chg="addSp delSp modSp add modAnim">
        <pc:chgData name="Chung Chan" userId="d7da794639b52171" providerId="LiveId" clId="{64D2635F-0304-47E6-83F0-7505E2BF0245}" dt="2020-02-18T15:00:48.384" v="9507" actId="20577"/>
        <pc:sldMkLst>
          <pc:docMk/>
          <pc:sldMk cId="3351228763" sldId="397"/>
        </pc:sldMkLst>
      </pc:sldChg>
      <pc:sldChg chg="addSp delSp modSp add modAnim">
        <pc:chgData name="Chung Chan" userId="d7da794639b52171" providerId="LiveId" clId="{64D2635F-0304-47E6-83F0-7505E2BF0245}" dt="2020-02-18T14:02:45.835" v="9367" actId="20577"/>
        <pc:sldMkLst>
          <pc:docMk/>
          <pc:sldMk cId="1214614440" sldId="398"/>
        </pc:sldMkLst>
      </pc:sldChg>
      <pc:sldChg chg="addSp delSp modSp add ord delAnim modAnim">
        <pc:chgData name="Chung Chan" userId="d7da794639b52171" providerId="LiveId" clId="{64D2635F-0304-47E6-83F0-7505E2BF0245}" dt="2020-02-17T12:41:36.707" v="9073" actId="404"/>
        <pc:sldMkLst>
          <pc:docMk/>
          <pc:sldMk cId="2836945721" sldId="399"/>
        </pc:sldMkLst>
      </pc:sldChg>
      <pc:sldChg chg="add del ord">
        <pc:chgData name="Chung Chan" userId="d7da794639b52171" providerId="LiveId" clId="{64D2635F-0304-47E6-83F0-7505E2BF0245}" dt="2020-02-17T11:12:35.160" v="8692" actId="47"/>
        <pc:sldMkLst>
          <pc:docMk/>
          <pc:sldMk cId="1060835053" sldId="400"/>
        </pc:sldMkLst>
      </pc:sldChg>
      <pc:sldChg chg="addSp delSp modSp add del">
        <pc:chgData name="Chung Chan" userId="d7da794639b52171" providerId="LiveId" clId="{64D2635F-0304-47E6-83F0-7505E2BF0245}" dt="2020-02-18T17:08:10.158" v="9702" actId="2696"/>
        <pc:sldMkLst>
          <pc:docMk/>
          <pc:sldMk cId="4106370971" sldId="400"/>
        </pc:sldMkLst>
      </pc:sldChg>
    </pc:docChg>
  </pc:docChgLst>
  <pc:docChgLst>
    <pc:chgData name="Chung Chan" userId="d7da794639b52171" providerId="LiveId" clId="{9A7BE542-D637-4BD8-8FDD-C1EC6D9EAD03}"/>
    <pc:docChg chg="undo custSel modSld sldOrd">
      <pc:chgData name="Chung Chan" userId="d7da794639b52171" providerId="LiveId" clId="{9A7BE542-D637-4BD8-8FDD-C1EC6D9EAD03}" dt="2019-09-26T06:42:59.540" v="39" actId="207"/>
      <pc:docMkLst>
        <pc:docMk/>
      </pc:docMkLst>
      <pc:sldChg chg="modSp">
        <pc:chgData name="Chung Chan" userId="d7da794639b52171" providerId="LiveId" clId="{9A7BE542-D637-4BD8-8FDD-C1EC6D9EAD03}" dt="2019-09-26T06:42:59.540" v="39" actId="207"/>
        <pc:sldMkLst>
          <pc:docMk/>
          <pc:sldMk cId="1491235052" sldId="365"/>
        </pc:sldMkLst>
      </pc:sldChg>
      <pc:sldChg chg="modSp">
        <pc:chgData name="Chung Chan" userId="d7da794639b52171" providerId="LiveId" clId="{9A7BE542-D637-4BD8-8FDD-C1EC6D9EAD03}" dt="2019-09-26T05:56:18.463" v="32" actId="20577"/>
        <pc:sldMkLst>
          <pc:docMk/>
          <pc:sldMk cId="1480127474" sldId="375"/>
        </pc:sldMkLst>
      </pc:sldChg>
      <pc:sldChg chg="modSp ord">
        <pc:chgData name="Chung Chan" userId="d7da794639b52171" providerId="LiveId" clId="{9A7BE542-D637-4BD8-8FDD-C1EC6D9EAD03}" dt="2019-09-26T06:41:00.544" v="33"/>
        <pc:sldMkLst>
          <pc:docMk/>
          <pc:sldMk cId="1771328800" sldId="376"/>
        </pc:sldMkLst>
      </pc:sldChg>
    </pc:docChg>
  </pc:docChgLst>
  <pc:docChgLst>
    <pc:chgData name="Chung Chan" userId="d7da794639b52171" providerId="LiveId" clId="{EFA684C6-0370-014C-9434-4094AAA7E0C0}"/>
    <pc:docChg chg="modSld">
      <pc:chgData name="Chung Chan" userId="d7da794639b52171" providerId="LiveId" clId="{EFA684C6-0370-014C-9434-4094AAA7E0C0}" dt="2022-01-26T10:08:51.593" v="0" actId="20577"/>
      <pc:docMkLst>
        <pc:docMk/>
      </pc:docMkLst>
      <pc:sldChg chg="modSp">
        <pc:chgData name="Chung Chan" userId="d7da794639b52171" providerId="LiveId" clId="{EFA684C6-0370-014C-9434-4094AAA7E0C0}" dt="2022-01-26T10:08:51.593" v="0" actId="20577"/>
        <pc:sldMkLst>
          <pc:docMk/>
          <pc:sldMk cId="1138159492" sldId="338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0.xlsx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9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0.xlsx"/><Relationship Id="rId2" Type="http://schemas.microsoft.com/office/2011/relationships/chartColorStyle" Target="colors90.xml"/><Relationship Id="rId1" Type="http://schemas.microsoft.com/office/2011/relationships/chartStyle" Target="style90.xml"/></Relationships>
</file>

<file path=ppt/charts/_rels/chart10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0.xlsx"/><Relationship Id="rId2" Type="http://schemas.microsoft.com/office/2011/relationships/chartColorStyle" Target="colors100.xml"/><Relationship Id="rId1" Type="http://schemas.microsoft.com/office/2011/relationships/chartStyle" Target="style100.xml"/></Relationships>
</file>

<file path=ppt/charts/_rels/chart1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0.xlsx"/><Relationship Id="rId2" Type="http://schemas.microsoft.com/office/2011/relationships/chartColorStyle" Target="colors110.xml"/><Relationship Id="rId1" Type="http://schemas.microsoft.com/office/2011/relationships/chartStyle" Target="style110.xml"/></Relationships>
</file>

<file path=ppt/charts/_rels/chart1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0.xlsx"/><Relationship Id="rId2" Type="http://schemas.microsoft.com/office/2011/relationships/chartColorStyle" Target="colors111.xml"/><Relationship Id="rId1" Type="http://schemas.microsoft.com/office/2011/relationships/chartStyle" Target="style111.xml"/></Relationships>
</file>

<file path=ppt/charts/_rels/chart1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1.xlsx"/><Relationship Id="rId2" Type="http://schemas.microsoft.com/office/2011/relationships/chartColorStyle" Target="colors120.xml"/><Relationship Id="rId1" Type="http://schemas.microsoft.com/office/2011/relationships/chartStyle" Target="style120.xml"/></Relationships>
</file>

<file path=ppt/charts/_rels/chart1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0.xlsx"/><Relationship Id="rId2" Type="http://schemas.microsoft.com/office/2011/relationships/chartColorStyle" Target="colors130.xml"/><Relationship Id="rId1" Type="http://schemas.microsoft.com/office/2011/relationships/chartStyle" Target="style130.xml"/></Relationships>
</file>

<file path=ppt/charts/_rels/chart1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0.xlsx"/><Relationship Id="rId2" Type="http://schemas.microsoft.com/office/2011/relationships/chartColorStyle" Target="colors140.xml"/><Relationship Id="rId1" Type="http://schemas.microsoft.com/office/2011/relationships/chartStyle" Target="style140.xml"/></Relationships>
</file>

<file path=ppt/charts/_rels/chart15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0.xlsx"/><Relationship Id="rId2" Type="http://schemas.microsoft.com/office/2011/relationships/chartColorStyle" Target="colors150.xml"/><Relationship Id="rId1" Type="http://schemas.microsoft.com/office/2011/relationships/chartStyle" Target="style150.xml"/></Relationships>
</file>

<file path=ppt/charts/_rels/chart16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0.xlsx"/><Relationship Id="rId2" Type="http://schemas.microsoft.com/office/2011/relationships/chartColorStyle" Target="colors160.xml"/><Relationship Id="rId1" Type="http://schemas.microsoft.com/office/2011/relationships/chartStyle" Target="style160.xml"/></Relationships>
</file>

<file path=ppt/charts/_rels/chart17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8A_6D6044FA.xlsx"/><Relationship Id="rId2" Type="http://schemas.microsoft.com/office/2011/relationships/chartColorStyle" Target="colors170.xml"/><Relationship Id="rId1" Type="http://schemas.microsoft.com/office/2011/relationships/chartStyle" Target="style170.xml"/></Relationships>
</file>

<file path=ppt/charts/_rels/chart18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8A_6D6044FA14.xlsx"/><Relationship Id="rId2" Type="http://schemas.microsoft.com/office/2011/relationships/chartColorStyle" Target="colors180.xml"/><Relationship Id="rId1" Type="http://schemas.microsoft.com/office/2011/relationships/chartStyle" Target="style180.xml"/></Relationships>
</file>

<file path=ppt/charts/_rels/chart19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8A_6D6044FA15.xlsx"/><Relationship Id="rId2" Type="http://schemas.microsoft.com/office/2011/relationships/chartColorStyle" Target="colors190.xml"/><Relationship Id="rId1" Type="http://schemas.microsoft.com/office/2011/relationships/chartStyle" Target="style190.xml"/></Relationships>
</file>

<file path=ppt/charts/_rels/chart20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8A_6D6044FA16.xlsx"/><Relationship Id="rId2" Type="http://schemas.microsoft.com/office/2011/relationships/chartColorStyle" Target="colors200.xml"/><Relationship Id="rId1" Type="http://schemas.microsoft.com/office/2011/relationships/chartStyle" Target="style20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FBD-4D99-B85C-AF93306E7BD3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0.25</c:v>
                </c:pt>
                <c:pt idx="2">
                  <c:v>0.25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BD-4D99-B85C-AF93306E7B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00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8E78-4A18-9E27-891FC9C1AFCD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BD-4D99-B85C-AF93306E7B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BA9B-440F-983F-3B1A402A4777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0.5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BD-4D99-B85C-AF93306E7B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00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15F7-48F9-B321-7B6C08069341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2">
                  <c:v>0.5</c:v>
                </c:pt>
                <c:pt idx="3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BD-4D99-B85C-AF93306E7B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B47-4573-9EF8-FFF9CF0DC6AF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B47-4573-9EF8-FFF9CF0DC6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774-4AAE-8C0C-DB179E67B9C5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0.5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774-4AAE-8C0C-DB179E67B9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B47-4573-9EF8-FFF9CF0DC6AF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0.25</c:v>
                </c:pt>
                <c:pt idx="2">
                  <c:v>0.25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B47-4573-9EF8-FFF9CF0DC6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774-4AAE-8C0C-DB179E67B9C5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0.25</c:v>
                </c:pt>
                <c:pt idx="1">
                  <c:v>0.25</c:v>
                </c:pt>
                <c:pt idx="2">
                  <c:v>0.25</c:v>
                </c:pt>
                <c:pt idx="3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774-4AAE-8C0C-DB179E67B9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E51-45AC-83A7-34110E35607C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E51-45AC-83A7-34110E3560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53F-4238-9292-52293DE6BF2F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0.5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53F-4238-9292-52293DE6BF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E29-41E9-80DC-CAB10B8E3210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0.25</c:v>
                </c:pt>
                <c:pt idx="2">
                  <c:v>0.25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29-41E9-80DC-CAB10B8E32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141-4DE5-BC83-2E9650E256F1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0.25</c:v>
                </c:pt>
                <c:pt idx="1">
                  <c:v>0.25</c:v>
                </c:pt>
                <c:pt idx="2">
                  <c:v>0.25</c:v>
                </c:pt>
                <c:pt idx="3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141-4DE5-BC83-2E9650E256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pk^2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0.25</c:v>
                </c:pt>
                <c:pt idx="1">
                  <c:v>6.25E-2</c:v>
                </c:pt>
                <c:pt idx="2">
                  <c:v>6.25E-2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29-41E9-80DC-CAB10B8E32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pk^2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0.25</c:v>
                </c:pt>
                <c:pt idx="1">
                  <c:v>0.25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29-41E9-80DC-CAB10B8E32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pk^2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6.25E-2</c:v>
                </c:pt>
                <c:pt idx="1">
                  <c:v>6.25E-2</c:v>
                </c:pt>
                <c:pt idx="2">
                  <c:v>6.25E-2</c:v>
                </c:pt>
                <c:pt idx="3">
                  <c:v>6.25E-2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29-41E9-80DC-CAB10B8E32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pk^2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29-41E9-80DC-CAB10B8E32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F63-440A-BBE7-9D6FF7DD7EC4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F63-440A-BBE7-9D6FF7DD7E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95-43DF-A23E-CBF07B159FD7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0.5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195-43DF-A23E-CBF07B159F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0C1-4449-A789-7B2A91C1AB26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0.25</c:v>
                </c:pt>
                <c:pt idx="2">
                  <c:v>0.25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0C1-4449-A789-7B2A91C1AB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00F-4E42-8CA0-49BF11AEBEB5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0.25</c:v>
                </c:pt>
                <c:pt idx="1">
                  <c:v>0.25</c:v>
                </c:pt>
                <c:pt idx="2">
                  <c:v>0.25</c:v>
                </c:pt>
                <c:pt idx="3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0F-4E42-8CA0-49BF11AEBE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00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8E78-4A18-9E27-891FC9C1AFCD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1">
                  <c:v>0.25</c:v>
                </c:pt>
                <c:pt idx="2">
                  <c:v>0.25</c:v>
                </c:pt>
                <c:pt idx="3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BD-4D99-B85C-AF93306E7B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BA9B-440F-983F-3B1A402A4777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0.5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BD-4D99-B85C-AF93306E7B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00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15F7-48F9-B321-7B6C08069341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2">
                  <c:v>0.5</c:v>
                </c:pt>
                <c:pt idx="3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BD-4D99-B85C-AF93306E7B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E51-45AC-83A7-34110E35607C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E51-45AC-83A7-34110E3560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53F-4238-9292-52293DE6BF2F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0.5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53F-4238-9292-52293DE6BF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FBD-4D99-B85C-AF93306E7BD3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0.25</c:v>
                </c:pt>
                <c:pt idx="2">
                  <c:v>0.25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BD-4D99-B85C-AF93306E7B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E29-41E9-80DC-CAB10B8E3210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0.25</c:v>
                </c:pt>
                <c:pt idx="2">
                  <c:v>0.25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29-41E9-80DC-CAB10B8E32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141-4DE5-BC83-2E9650E256F1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0.25</c:v>
                </c:pt>
                <c:pt idx="1">
                  <c:v>0.25</c:v>
                </c:pt>
                <c:pt idx="2">
                  <c:v>0.25</c:v>
                </c:pt>
                <c:pt idx="3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141-4DE5-BC83-2E9650E256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pk^2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0.25</c:v>
                </c:pt>
                <c:pt idx="1">
                  <c:v>6.25E-2</c:v>
                </c:pt>
                <c:pt idx="2">
                  <c:v>6.25E-2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29-41E9-80DC-CAB10B8E32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pk^2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0.25</c:v>
                </c:pt>
                <c:pt idx="1">
                  <c:v>0.25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29-41E9-80DC-CAB10B8E32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pk^2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6.25E-2</c:v>
                </c:pt>
                <c:pt idx="1">
                  <c:v>6.25E-2</c:v>
                </c:pt>
                <c:pt idx="2">
                  <c:v>6.25E-2</c:v>
                </c:pt>
                <c:pt idx="3">
                  <c:v>6.25E-2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29-41E9-80DC-CAB10B8E32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pk^2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29-41E9-80DC-CAB10B8E32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F63-440A-BBE7-9D6FF7DD7EC4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F63-440A-BBE7-9D6FF7DD7E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95-43DF-A23E-CBF07B159FD7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0.5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195-43DF-A23E-CBF07B159F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0C1-4449-A789-7B2A91C1AB26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0.25</c:v>
                </c:pt>
                <c:pt idx="2">
                  <c:v>0.25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0C1-4449-A789-7B2A91C1AB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00F-4E42-8CA0-49BF11AEBEB5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0.25</c:v>
                </c:pt>
                <c:pt idx="1">
                  <c:v>0.25</c:v>
                </c:pt>
                <c:pt idx="2">
                  <c:v>0.25</c:v>
                </c:pt>
                <c:pt idx="3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0F-4E42-8CA0-49BF11AEBE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1205448"/>
        <c:axId val="1261208008"/>
      </c:barChart>
      <c:catAx>
        <c:axId val="1261205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8008"/>
        <c:crosses val="autoZero"/>
        <c:auto val="1"/>
        <c:lblAlgn val="ctr"/>
        <c:lblOffset val="100"/>
        <c:noMultiLvlLbl val="0"/>
      </c:catAx>
      <c:valAx>
        <c:axId val="12612080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1205448"/>
        <c:crosses val="autoZero"/>
        <c:crossBetween val="between"/>
        <c:majorUnit val="0.5"/>
        <c:min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19E8760-AE04-4568-ADD7-70CB1BCCA9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AE62D1-FAF9-4FFD-A517-B99BF93CE43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BB949-7059-4A5C-B30D-CC3871635D89}" type="datetimeFigureOut">
              <a:rPr lang="en-HK" smtClean="0"/>
              <a:t>2/2/2025</a:t>
            </a:fld>
            <a:endParaRPr lang="en-H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790681-A078-4EA9-83D8-332CDC977C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596E38-95FC-4BD4-953E-6A9D9896579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FC965-2B1A-41F6-BE55-2B8783F0D8A8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1774270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F200E-EF78-4A61-86EF-50D3C5DCD303}" type="datetimeFigureOut">
              <a:rPr lang="en-HK" smtClean="0"/>
              <a:t>2/2/2025</a:t>
            </a:fld>
            <a:endParaRPr lang="en-H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64C18-E378-4A39-95CD-FBB97DCED50E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35304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A64C18-E378-4A39-95CD-FBB97DCED50E}" type="slidenum">
              <a:rPr lang="en-HK" smtClean="0"/>
              <a:t>2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509937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A64C18-E378-4A39-95CD-FBB97DCED50E}" type="slidenum">
              <a:rPr lang="en-HK" smtClean="0"/>
              <a:t>3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86881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64C18-E378-4A39-95CD-FBB97DCED50E}" type="slidenum">
              <a:rPr lang="en-HK" smtClean="0"/>
              <a:t>4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124057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A64C18-E378-4A39-95CD-FBB97DCED50E}" type="slidenum">
              <a:rPr lang="en-HK" smtClean="0"/>
              <a:t>6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917264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239" y="2514600"/>
            <a:ext cx="10258373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239" y="4777379"/>
            <a:ext cx="10258373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0BAFD-DB4D-4AA9-A264-0A0DADE87732}" type="datetime1">
              <a:rPr lang="en-US" smtClean="0"/>
              <a:t>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46238" y="6135808"/>
            <a:ext cx="8962973" cy="365125"/>
          </a:xfrm>
        </p:spPr>
        <p:txBody>
          <a:bodyPr/>
          <a:lstStyle/>
          <a:p>
            <a:endParaRPr lang="en-US"/>
          </a:p>
        </p:txBody>
      </p:sp>
      <p:pic>
        <p:nvPicPr>
          <p:cNvPr id="1026" name="Picture 2" descr="http://www.cityu.edu.hk/cityu/about/images/cityu.png">
            <a:extLst>
              <a:ext uri="{FF2B5EF4-FFF2-40B4-BE49-F238E27FC236}">
                <a16:creationId xmlns:a16="http://schemas.microsoft.com/office/drawing/2014/main" id="{1E8EAD37-FA71-49EA-A38A-974224DC14C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04" y="123623"/>
            <a:ext cx="2828474" cy="226278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1491" y="624110"/>
            <a:ext cx="10273122" cy="12808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1490" y="2133600"/>
            <a:ext cx="10273122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5AED5-C824-4F82-A4D6-5CB98A69981D}" type="datetime1">
              <a:rPr lang="en-US" smtClean="0"/>
              <a:t>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4"/>
            <a:ext cx="98495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1490" y="2058750"/>
            <a:ext cx="10273121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1490" y="3530129"/>
            <a:ext cx="10273121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A432A-EC60-46E9-9748-FAF1BCB59EAB}" type="datetime1">
              <a:rPr lang="en-US" smtClean="0"/>
              <a:t>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31490" y="6135808"/>
            <a:ext cx="897772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reeform 11">
            <a:extLst>
              <a:ext uri="{FF2B5EF4-FFF2-40B4-BE49-F238E27FC236}">
                <a16:creationId xmlns:a16="http://schemas.microsoft.com/office/drawing/2014/main" id="{A8A370AF-C12B-4AB3-800A-0EB8B59955A8}"/>
              </a:ext>
            </a:extLst>
          </p:cNvPr>
          <p:cNvSpPr/>
          <p:nvPr userDrawn="1"/>
        </p:nvSpPr>
        <p:spPr bwMode="auto">
          <a:xfrm flipV="1">
            <a:off x="0" y="3273901"/>
            <a:ext cx="98495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4744383-215B-4A17-B285-E4857357C447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98554" y="3347309"/>
            <a:ext cx="5329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231490" y="624110"/>
            <a:ext cx="10273121" cy="12808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2359" y="2118848"/>
            <a:ext cx="4787442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26222"/>
            <a:ext cx="5332410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839C-511B-4395-BB54-ACAAB91F03D6}" type="datetime1">
              <a:rPr lang="en-US" smtClean="0"/>
              <a:t>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31490" y="6135808"/>
            <a:ext cx="897772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reeform 11">
            <a:extLst>
              <a:ext uri="{FF2B5EF4-FFF2-40B4-BE49-F238E27FC236}">
                <a16:creationId xmlns:a16="http://schemas.microsoft.com/office/drawing/2014/main" id="{6A2F5DCE-DF77-459C-B01B-D3CAD8F3B631}"/>
              </a:ext>
            </a:extLst>
          </p:cNvPr>
          <p:cNvSpPr/>
          <p:nvPr userDrawn="1"/>
        </p:nvSpPr>
        <p:spPr bwMode="auto">
          <a:xfrm flipV="1">
            <a:off x="-4189" y="714374"/>
            <a:ext cx="98495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6DA5C3C-7551-40F6-AB6F-A0208703B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4365" y="787782"/>
            <a:ext cx="532964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7B386-2A79-4855-937A-9CEC4F5B5B45}" type="datetime1">
              <a:rPr lang="en-US" smtClean="0"/>
              <a:t>2/2/25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B207-E269-4FD5-B60D-61A0B93DEB64}" type="datetime1">
              <a:rPr lang="en-US" smtClean="0"/>
              <a:t>2/2/25</a:t>
            </a:fld>
            <a:endParaRPr lang="en-US"/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73CB070-CE73-40A2-9038-F3C6D8427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1490" y="624110"/>
            <a:ext cx="10273121" cy="12808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3F1B5E77-8F03-4370-B911-14CD3A32F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1490" y="6135808"/>
            <a:ext cx="897772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01257D70-F78A-4F1C-9ED0-3E550447006F}"/>
              </a:ext>
            </a:extLst>
          </p:cNvPr>
          <p:cNvSpPr/>
          <p:nvPr userDrawn="1"/>
        </p:nvSpPr>
        <p:spPr bwMode="auto">
          <a:xfrm flipV="1">
            <a:off x="-4189" y="714374"/>
            <a:ext cx="98495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830400B-48E9-45BE-8139-4D4143224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4365" y="787782"/>
            <a:ext cx="532964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16674-A4ED-451A-8D48-ECF0F2DC0E1C}" type="datetime1">
              <a:rPr lang="en-US" smtClean="0"/>
              <a:t>2/2/25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238866" y="6135808"/>
            <a:ext cx="8970346" cy="36512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E526C-3D4A-47F1-8613-FB728391F58C}" type="datetime1">
              <a:rPr lang="en-US" smtClean="0"/>
              <a:t>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580F6-DE89-4FC2-A3A5-5E93A6076B98}" type="datetime1">
              <a:rPr lang="en-US" smtClean="0"/>
              <a:t>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F40F-219A-466D-9CDB-851E03F89DDA}" type="datetime1">
              <a:rPr lang="en-US" smtClean="0"/>
              <a:t>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8F640-F508-4895-BD8A-F1B8730753EE}" type="datetime1">
              <a:rPr lang="en-US" smtClean="0"/>
              <a:t>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B8249-8638-4BC9-8B0D-ABB493C864D0}" type="datetime1">
              <a:rPr lang="en-US" smtClean="0"/>
              <a:t>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687D0-48E0-42C1-9DCC-C5D98A224D9A}" type="datetime1">
              <a:rPr lang="en-US" smtClean="0"/>
              <a:t>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42B79-6D88-4887-BCC7-CAC323D79203}" type="datetime1">
              <a:rPr lang="en-US" smtClean="0"/>
              <a:t>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0A32C-E51F-4B35-95CB-D4845C01F776}" type="datetime1">
              <a:rPr lang="en-US" smtClean="0"/>
              <a:t>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7907C-5BE7-4AB0-B5CF-FD95A1CC2232}" type="datetime1">
              <a:rPr lang="en-US" smtClean="0"/>
              <a:t>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1464224" cy="6638628"/>
            <a:chOff x="2487613" y="285750"/>
            <a:chExt cx="2428875" cy="5654676"/>
          </a:xfrm>
          <a:gradFill flip="none" rotWithShape="1">
            <a:gsLst>
              <a:gs pos="0">
                <a:schemeClr val="tx2"/>
              </a:gs>
              <a:gs pos="34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  <a:alpha val="0"/>
                </a:schemeClr>
              </a:gs>
            </a:gsLst>
            <a:lin ang="0" scaled="1"/>
            <a:tileRect/>
          </a:gra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-24158" y="-3977"/>
            <a:ext cx="1210128" cy="6854039"/>
            <a:chOff x="6627813" y="194833"/>
            <a:chExt cx="1952625" cy="5678918"/>
          </a:xfrm>
          <a:gradFill flip="none" rotWithShape="1">
            <a:gsLst>
              <a:gs pos="0">
                <a:schemeClr val="tx2"/>
              </a:gs>
              <a:gs pos="34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  <a:alpha val="0"/>
                </a:schemeClr>
              </a:gs>
            </a:gsLst>
            <a:lin ang="0" scaled="1"/>
            <a:tileRect/>
          </a:gradFill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7AE69D-90D1-4D63-A4B7-E5F481445932}" type="datetime1">
              <a:rPr lang="en-US" smtClean="0"/>
              <a:t>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94365" y="787782"/>
            <a:ext cx="5329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8.png"/><Relationship Id="rId7" Type="http://schemas.openxmlformats.org/officeDocument/2006/relationships/image" Target="../media/image6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21.png"/><Relationship Id="rId5" Type="http://schemas.openxmlformats.org/officeDocument/2006/relationships/image" Target="../media/image4.png"/><Relationship Id="rId10" Type="http://schemas.openxmlformats.org/officeDocument/2006/relationships/image" Target="../media/image20.png"/><Relationship Id="rId4" Type="http://schemas.openxmlformats.org/officeDocument/2006/relationships/image" Target="../media/image3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0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11" Type="http://schemas.openxmlformats.org/officeDocument/2006/relationships/image" Target="../media/image28.png"/><Relationship Id="rId5" Type="http://schemas.openxmlformats.org/officeDocument/2006/relationships/image" Target="../media/image25.png"/><Relationship Id="rId10" Type="http://schemas.openxmlformats.org/officeDocument/2006/relationships/image" Target="../media/image710.png"/><Relationship Id="rId4" Type="http://schemas.openxmlformats.org/officeDocument/2006/relationships/image" Target="../media/image24.png"/><Relationship Id="rId9" Type="http://schemas.openxmlformats.org/officeDocument/2006/relationships/image" Target="../media/image5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hyperlink" Target="https://www.sciencedirect.com/science/article/pii/B9780123814791000083#sp0020" TargetMode="External"/><Relationship Id="rId21" Type="http://schemas.openxmlformats.org/officeDocument/2006/relationships/image" Target="../media/image55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18" Type="http://schemas.openxmlformats.org/officeDocument/2006/relationships/image" Target="../media/image7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17" Type="http://schemas.openxmlformats.org/officeDocument/2006/relationships/image" Target="../media/image71.png"/><Relationship Id="rId2" Type="http://schemas.openxmlformats.org/officeDocument/2006/relationships/image" Target="../media/image56.png"/><Relationship Id="rId16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5" Type="http://schemas.openxmlformats.org/officeDocument/2006/relationships/image" Target="../media/image6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7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Relationship Id="rId9" Type="http://schemas.openxmlformats.org/officeDocument/2006/relationships/image" Target="../media/image7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0.png"/><Relationship Id="rId13" Type="http://schemas.openxmlformats.org/officeDocument/2006/relationships/image" Target="../media/image85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840.png"/><Relationship Id="rId2" Type="http://schemas.openxmlformats.org/officeDocument/2006/relationships/image" Target="../media/image78.png"/><Relationship Id="rId16" Type="http://schemas.openxmlformats.org/officeDocument/2006/relationships/image" Target="../media/image8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2.png"/><Relationship Id="rId11" Type="http://schemas.openxmlformats.org/officeDocument/2006/relationships/image" Target="../media/image830.png"/><Relationship Id="rId5" Type="http://schemas.openxmlformats.org/officeDocument/2006/relationships/image" Target="../media/image80.png"/><Relationship Id="rId15" Type="http://schemas.openxmlformats.org/officeDocument/2006/relationships/image" Target="../media/image87.png"/><Relationship Id="rId10" Type="http://schemas.openxmlformats.org/officeDocument/2006/relationships/image" Target="../media/image710.png"/><Relationship Id="rId4" Type="http://schemas.openxmlformats.org/officeDocument/2006/relationships/image" Target="../media/image810.png"/><Relationship Id="rId9" Type="http://schemas.openxmlformats.org/officeDocument/2006/relationships/image" Target="../media/image34.png"/><Relationship Id="rId14" Type="http://schemas.openxmlformats.org/officeDocument/2006/relationships/image" Target="../media/image8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18" Type="http://schemas.openxmlformats.org/officeDocument/2006/relationships/chart" Target="../charts/chart110.xml"/><Relationship Id="rId26" Type="http://schemas.openxmlformats.org/officeDocument/2006/relationships/chart" Target="../charts/chart4.xml"/><Relationship Id="rId3" Type="http://schemas.openxmlformats.org/officeDocument/2006/relationships/image" Target="../media/image90.png"/><Relationship Id="rId21" Type="http://schemas.openxmlformats.org/officeDocument/2006/relationships/chart" Target="../charts/chart2.xml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17" Type="http://schemas.openxmlformats.org/officeDocument/2006/relationships/chart" Target="../charts/chart1.xml"/><Relationship Id="rId25" Type="http://schemas.openxmlformats.org/officeDocument/2006/relationships/chart" Target="../charts/chart30.xml"/><Relationship Id="rId2" Type="http://schemas.openxmlformats.org/officeDocument/2006/relationships/image" Target="../media/image89.png"/><Relationship Id="rId16" Type="http://schemas.openxmlformats.org/officeDocument/2006/relationships/image" Target="../media/image102.png"/><Relationship Id="rId20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0.png"/><Relationship Id="rId11" Type="http://schemas.openxmlformats.org/officeDocument/2006/relationships/image" Target="../media/image97.png"/><Relationship Id="rId24" Type="http://schemas.openxmlformats.org/officeDocument/2006/relationships/chart" Target="../charts/chart3.xml"/><Relationship Id="rId5" Type="http://schemas.openxmlformats.org/officeDocument/2006/relationships/image" Target="../media/image92.png"/><Relationship Id="rId15" Type="http://schemas.openxmlformats.org/officeDocument/2006/relationships/image" Target="../media/image101.png"/><Relationship Id="rId23" Type="http://schemas.openxmlformats.org/officeDocument/2006/relationships/image" Target="../media/image105.png"/><Relationship Id="rId28" Type="http://schemas.openxmlformats.org/officeDocument/2006/relationships/image" Target="../media/image106.png"/><Relationship Id="rId10" Type="http://schemas.openxmlformats.org/officeDocument/2006/relationships/image" Target="../media/image96.png"/><Relationship Id="rId19" Type="http://schemas.openxmlformats.org/officeDocument/2006/relationships/image" Target="../media/image103.png"/><Relationship Id="rId4" Type="http://schemas.openxmlformats.org/officeDocument/2006/relationships/image" Target="../media/image91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Relationship Id="rId22" Type="http://schemas.openxmlformats.org/officeDocument/2006/relationships/chart" Target="../charts/chart21.xml"/><Relationship Id="rId27" Type="http://schemas.openxmlformats.org/officeDocument/2006/relationships/chart" Target="../charts/chart4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11.xml"/><Relationship Id="rId13" Type="http://schemas.openxmlformats.org/officeDocument/2006/relationships/chart" Target="../charts/chart130.xml"/><Relationship Id="rId18" Type="http://schemas.openxmlformats.org/officeDocument/2006/relationships/chart" Target="../charts/chart150.xml"/><Relationship Id="rId26" Type="http://schemas.openxmlformats.org/officeDocument/2006/relationships/image" Target="../media/image116.png"/><Relationship Id="rId3" Type="http://schemas.openxmlformats.org/officeDocument/2006/relationships/chart" Target="../charts/chart9.xml"/><Relationship Id="rId21" Type="http://schemas.openxmlformats.org/officeDocument/2006/relationships/image" Target="../media/image111.png"/><Relationship Id="rId7" Type="http://schemas.openxmlformats.org/officeDocument/2006/relationships/chart" Target="../charts/chart11.xml"/><Relationship Id="rId12" Type="http://schemas.openxmlformats.org/officeDocument/2006/relationships/chart" Target="../charts/chart13.xml"/><Relationship Id="rId17" Type="http://schemas.openxmlformats.org/officeDocument/2006/relationships/chart" Target="../charts/chart15.xml"/><Relationship Id="rId25" Type="http://schemas.openxmlformats.org/officeDocument/2006/relationships/image" Target="../media/image115.png"/><Relationship Id="rId2" Type="http://schemas.openxmlformats.org/officeDocument/2006/relationships/image" Target="../media/image108.png"/><Relationship Id="rId16" Type="http://schemas.openxmlformats.org/officeDocument/2006/relationships/chart" Target="../charts/chart140.xml"/><Relationship Id="rId20" Type="http://schemas.openxmlformats.org/officeDocument/2006/relationships/chart" Target="../charts/chart160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00.xml"/><Relationship Id="rId11" Type="http://schemas.openxmlformats.org/officeDocument/2006/relationships/image" Target="../media/image109.png"/><Relationship Id="rId24" Type="http://schemas.openxmlformats.org/officeDocument/2006/relationships/image" Target="../media/image114.png"/><Relationship Id="rId5" Type="http://schemas.openxmlformats.org/officeDocument/2006/relationships/chart" Target="../charts/chart10.xml"/><Relationship Id="rId15" Type="http://schemas.openxmlformats.org/officeDocument/2006/relationships/chart" Target="../charts/chart14.xml"/><Relationship Id="rId23" Type="http://schemas.openxmlformats.org/officeDocument/2006/relationships/image" Target="../media/image113.png"/><Relationship Id="rId10" Type="http://schemas.openxmlformats.org/officeDocument/2006/relationships/chart" Target="../charts/chart120.xml"/><Relationship Id="rId19" Type="http://schemas.openxmlformats.org/officeDocument/2006/relationships/chart" Target="../charts/chart16.xml"/><Relationship Id="rId4" Type="http://schemas.openxmlformats.org/officeDocument/2006/relationships/chart" Target="../charts/chart90.xml"/><Relationship Id="rId9" Type="http://schemas.openxmlformats.org/officeDocument/2006/relationships/chart" Target="../charts/chart12.xml"/><Relationship Id="rId14" Type="http://schemas.openxmlformats.org/officeDocument/2006/relationships/image" Target="../media/image110.png"/><Relationship Id="rId22" Type="http://schemas.openxmlformats.org/officeDocument/2006/relationships/image" Target="../media/image1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760.png"/><Relationship Id="rId7" Type="http://schemas.openxmlformats.org/officeDocument/2006/relationships/image" Target="../media/image119.png"/><Relationship Id="rId2" Type="http://schemas.openxmlformats.org/officeDocument/2006/relationships/image" Target="../media/image1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0.png"/><Relationship Id="rId5" Type="http://schemas.openxmlformats.org/officeDocument/2006/relationships/image" Target="../media/image118.png"/><Relationship Id="rId4" Type="http://schemas.openxmlformats.org/officeDocument/2006/relationships/image" Target="../media/image11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80.xml"/><Relationship Id="rId13" Type="http://schemas.openxmlformats.org/officeDocument/2006/relationships/image" Target="../media/image1160.png"/><Relationship Id="rId18" Type="http://schemas.openxmlformats.org/officeDocument/2006/relationships/image" Target="../media/image121.png"/><Relationship Id="rId3" Type="http://schemas.openxmlformats.org/officeDocument/2006/relationships/hyperlink" Target="https://gamma.sympy.org/input/?i=limit%28p*log%28p%2C2%29%2Cp%2C0%29" TargetMode="External"/><Relationship Id="rId21" Type="http://schemas.openxmlformats.org/officeDocument/2006/relationships/image" Target="../media/image124.png"/><Relationship Id="rId7" Type="http://schemas.openxmlformats.org/officeDocument/2006/relationships/chart" Target="../charts/chart18.xml"/><Relationship Id="rId12" Type="http://schemas.openxmlformats.org/officeDocument/2006/relationships/chart" Target="../charts/chart200.xml"/><Relationship Id="rId17" Type="http://schemas.openxmlformats.org/officeDocument/2006/relationships/image" Target="../media/image1200.png"/><Relationship Id="rId2" Type="http://schemas.openxmlformats.org/officeDocument/2006/relationships/hyperlink" Target="https://en.wikipedia.org/wiki/Entropy_encoding" TargetMode="External"/><Relationship Id="rId16" Type="http://schemas.openxmlformats.org/officeDocument/2006/relationships/image" Target="../media/image1190.png"/><Relationship Id="rId20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70.xml"/><Relationship Id="rId11" Type="http://schemas.openxmlformats.org/officeDocument/2006/relationships/chart" Target="../charts/chart20.xml"/><Relationship Id="rId5" Type="http://schemas.openxmlformats.org/officeDocument/2006/relationships/chart" Target="../charts/chart17.xml"/><Relationship Id="rId15" Type="http://schemas.openxmlformats.org/officeDocument/2006/relationships/image" Target="../media/image1180.png"/><Relationship Id="rId23" Type="http://schemas.openxmlformats.org/officeDocument/2006/relationships/image" Target="../media/image125.png"/><Relationship Id="rId10" Type="http://schemas.openxmlformats.org/officeDocument/2006/relationships/chart" Target="../charts/chart190.xml"/><Relationship Id="rId19" Type="http://schemas.openxmlformats.org/officeDocument/2006/relationships/image" Target="../media/image122.png"/><Relationship Id="rId4" Type="http://schemas.openxmlformats.org/officeDocument/2006/relationships/image" Target="../media/image1181.png"/><Relationship Id="rId9" Type="http://schemas.openxmlformats.org/officeDocument/2006/relationships/chart" Target="../charts/chart19.xml"/><Relationship Id="rId14" Type="http://schemas.openxmlformats.org/officeDocument/2006/relationships/image" Target="../media/image1170.png"/><Relationship Id="rId22" Type="http://schemas.openxmlformats.org/officeDocument/2006/relationships/hyperlink" Target="https://www.wolframalpha.com/input/?i=x+log_2+x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hyperlink" Target="https://en.wikipedia.org/wiki/Jensen%27s_inequality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129.png"/><Relationship Id="rId7" Type="http://schemas.openxmlformats.org/officeDocument/2006/relationships/image" Target="../media/image131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310.png"/><Relationship Id="rId4" Type="http://schemas.openxmlformats.org/officeDocument/2006/relationships/image" Target="../media/image76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3" Type="http://schemas.openxmlformats.org/officeDocument/2006/relationships/image" Target="../media/image133.png"/><Relationship Id="rId7" Type="http://schemas.openxmlformats.org/officeDocument/2006/relationships/image" Target="../media/image137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11" Type="http://schemas.openxmlformats.org/officeDocument/2006/relationships/image" Target="../media/image141.png"/><Relationship Id="rId5" Type="http://schemas.openxmlformats.org/officeDocument/2006/relationships/image" Target="../media/image135.png"/><Relationship Id="rId10" Type="http://schemas.openxmlformats.org/officeDocument/2006/relationships/image" Target="../media/image140.png"/><Relationship Id="rId4" Type="http://schemas.openxmlformats.org/officeDocument/2006/relationships/image" Target="../media/image134.png"/><Relationship Id="rId9" Type="http://schemas.openxmlformats.org/officeDocument/2006/relationships/image" Target="../media/image13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143.png"/><Relationship Id="rId7" Type="http://schemas.openxmlformats.org/officeDocument/2006/relationships/image" Target="../media/image1450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3" Type="http://schemas.openxmlformats.org/officeDocument/2006/relationships/image" Target="../media/image148.png"/><Relationship Id="rId7" Type="http://schemas.openxmlformats.org/officeDocument/2006/relationships/image" Target="../media/image152.png"/><Relationship Id="rId2" Type="http://schemas.openxmlformats.org/officeDocument/2006/relationships/image" Target="../media/image14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hyperlink" Target="https://en.wikipedia.org/wiki/C4.5_algorithm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lib.cityu.edu.hk/docid/CUH_IZ51454730340003408" TargetMode="External"/><Relationship Id="rId2" Type="http://schemas.openxmlformats.org/officeDocument/2006/relationships/hyperlink" Target="https://en.wikipedia.org/wiki/C4.5_algorith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3C951-4003-442E-AA72-5AE622C2EB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HK" dirty="0"/>
              <a:t>Classification:</a:t>
            </a:r>
            <a:br>
              <a:rPr lang="en-HK" dirty="0"/>
            </a:br>
            <a:r>
              <a:rPr lang="en-HK" sz="4400" dirty="0"/>
              <a:t>Decision Tree Induction</a:t>
            </a:r>
            <a:endParaRPr lang="en-H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F51099-156D-445A-92F9-38CE5A7FD3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HK">
                <a:ea typeface="+mn-lt"/>
                <a:cs typeface="+mn-lt"/>
              </a:rPr>
              <a:t>C5483 Data Warehousing and Data Mining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911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98097-D6B6-433F-BBE9-EF38E2522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What is a decision tree?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HighlightTextShape201712102315278110">
                <a:extLst>
                  <a:ext uri="{FF2B5EF4-FFF2-40B4-BE49-F238E27FC236}">
                    <a16:creationId xmlns:a16="http://schemas.microsoft.com/office/drawing/2014/main" id="{2D560EB9-9C1D-428B-A2EE-BE0454D711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31491" y="2070100"/>
                <a:ext cx="5059558" cy="3841121"/>
              </a:xfrm>
            </p:spPr>
            <p:txBody>
              <a:bodyPr>
                <a:normAutofit/>
              </a:bodyPr>
              <a:lstStyle/>
              <a:p>
                <a:pPr>
                  <a:tabLst>
                    <a:tab pos="4572000" algn="l"/>
                    <a:tab pos="5022850" algn="l"/>
                    <a:tab pos="5473700" algn="l"/>
                  </a:tabLst>
                </a:pPr>
                <a:r>
                  <a:rPr lang="en-HK" sz="2000" dirty="0"/>
                  <a:t>Internal nodes </a:t>
                </a:r>
                <a14:m>
                  <m:oMath xmlns:m="http://schemas.openxmlformats.org/officeDocument/2006/math">
                    <m:r>
                      <a:rPr lang="en-HK" sz="20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HK" sz="2000" dirty="0"/>
                  <a:t> (circle)</a:t>
                </a:r>
              </a:p>
              <a:p>
                <a:pPr lvl="1">
                  <a:tabLst>
                    <a:tab pos="4572000" algn="l"/>
                    <a:tab pos="5022850" algn="l"/>
                    <a:tab pos="5473700" algn="l"/>
                  </a:tabLst>
                </a:pPr>
                <a:r>
                  <a:rPr lang="en-HK" sz="1800" dirty="0"/>
                  <a:t>Label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HK" sz="1800" i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HK" sz="1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HK" sz="1800" dirty="0"/>
                  <a:t> (splitting criterion)</a:t>
                </a:r>
              </a:p>
              <a:p>
                <a:pPr lvl="1">
                  <a:tabLst>
                    <a:tab pos="4572000" algn="l"/>
                    <a:tab pos="5022850" algn="l"/>
                    <a:tab pos="5473700" algn="l"/>
                  </a:tabLst>
                </a:pPr>
                <a:r>
                  <a:rPr lang="en-US" sz="1800" dirty="0"/>
                  <a:t>For each</a:t>
                </a:r>
                <a:r>
                  <a:rPr lang="en-HK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HK" sz="18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HK" sz="1800" b="0" i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HK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HK" sz="18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HK" sz="1800" dirty="0"/>
                  <a:t> (outcome),</a:t>
                </a:r>
                <a:br>
                  <a:rPr lang="en-HK" sz="1800" dirty="0"/>
                </a:br>
                <a:r>
                  <a:rPr lang="en-HK" sz="1800" dirty="0"/>
                  <a:t>an edge to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sz="1800">
                        <a:latin typeface="Consolas" panose="020B0609020204030204" pitchFamily="49" charset="0"/>
                      </a:rPr>
                      <m:t>child</m:t>
                    </m:r>
                    <m:r>
                      <a:rPr lang="en-HK" sz="18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HK" sz="18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HK" sz="18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HK" sz="180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HK" sz="18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HK" sz="1800" dirty="0"/>
                  <a:t> (child node)</a:t>
                </a:r>
              </a:p>
              <a:p>
                <a:pPr>
                  <a:tabLst>
                    <a:tab pos="4572000" algn="l"/>
                    <a:tab pos="5022850" algn="l"/>
                    <a:tab pos="5473700" algn="l"/>
                  </a:tabLst>
                </a:pPr>
                <a:r>
                  <a:rPr lang="en-HK" sz="2000" dirty="0"/>
                  <a:t>Leave nodes (square)</a:t>
                </a:r>
              </a:p>
              <a:p>
                <a:pPr lvl="1">
                  <a:tabLst>
                    <a:tab pos="4572000" algn="l"/>
                    <a:tab pos="5022850" algn="l"/>
                    <a:tab pos="5473700" algn="l"/>
                  </a:tabLst>
                </a:pPr>
                <a:r>
                  <a:rPr lang="en-HK" sz="1800" dirty="0"/>
                  <a:t>label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sz="1800">
                        <a:latin typeface="Consolas" panose="020B0609020204030204" pitchFamily="49" charset="0"/>
                      </a:rPr>
                      <m:t>class</m:t>
                    </m:r>
                    <m:r>
                      <a:rPr lang="en-HK" sz="18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HK" sz="18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HK" sz="18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HK" sz="1800" dirty="0"/>
                  <a:t> (decision)</a:t>
                </a:r>
              </a:p>
            </p:txBody>
          </p:sp>
        </mc:Choice>
        <mc:Fallback xmlns="">
          <p:sp>
            <p:nvSpPr>
              <p:cNvPr id="3" name="HighlightTextShape201712102315278110">
                <a:extLst>
                  <a:ext uri="{FF2B5EF4-FFF2-40B4-BE49-F238E27FC236}">
                    <a16:creationId xmlns:a16="http://schemas.microsoft.com/office/drawing/2014/main" id="{2D560EB9-9C1D-428B-A2EE-BE0454D711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31491" y="2070100"/>
                <a:ext cx="5059558" cy="3841121"/>
              </a:xfrm>
              <a:blipFill>
                <a:blip r:embed="rId3"/>
                <a:stretch>
                  <a:fillRect l="-1000" t="-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3687612-9EA6-40B9-8627-358C7BD34C96}"/>
                  </a:ext>
                </a:extLst>
              </p:cNvPr>
              <p:cNvSpPr/>
              <p:nvPr/>
            </p:nvSpPr>
            <p:spPr>
              <a:xfrm>
                <a:off x="9131300" y="2070100"/>
                <a:ext cx="520700" cy="5207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HK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HK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HK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3687612-9EA6-40B9-8627-358C7BD34C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1300" y="2070100"/>
                <a:ext cx="520700" cy="5207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84DBE05-E269-42C1-B417-19C421DEDB2D}"/>
                  </a:ext>
                </a:extLst>
              </p:cNvPr>
              <p:cNvSpPr/>
              <p:nvPr/>
            </p:nvSpPr>
            <p:spPr>
              <a:xfrm>
                <a:off x="9772212" y="3188677"/>
                <a:ext cx="520700" cy="5207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HK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H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HK" dirty="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84DBE05-E269-42C1-B417-19C421DEDB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2212" y="3188677"/>
                <a:ext cx="520700" cy="5207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1AEC64C-6F43-4D16-9978-A841092C32E3}"/>
              </a:ext>
            </a:extLst>
          </p:cNvPr>
          <p:cNvCxnSpPr>
            <a:cxnSpLocks/>
            <a:stCxn id="4" idx="3"/>
            <a:endCxn id="23" idx="0"/>
          </p:cNvCxnSpPr>
          <p:nvPr/>
        </p:nvCxnSpPr>
        <p:spPr>
          <a:xfrm flipH="1">
            <a:off x="8731106" y="2514545"/>
            <a:ext cx="476449" cy="662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AE0E1F4-7695-40E2-96C8-B89AB1A34836}"/>
              </a:ext>
            </a:extLst>
          </p:cNvPr>
          <p:cNvSpPr txBox="1"/>
          <p:nvPr/>
        </p:nvSpPr>
        <p:spPr>
          <a:xfrm>
            <a:off x="8901182" y="272228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46825D1-A27A-425A-A70F-1ABA1F611A68}"/>
              </a:ext>
            </a:extLst>
          </p:cNvPr>
          <p:cNvCxnSpPr>
            <a:cxnSpLocks/>
            <a:stCxn id="4" idx="5"/>
            <a:endCxn id="10" idx="0"/>
          </p:cNvCxnSpPr>
          <p:nvPr/>
        </p:nvCxnSpPr>
        <p:spPr>
          <a:xfrm>
            <a:off x="9575745" y="2514545"/>
            <a:ext cx="456817" cy="674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BFBED4A-5BC3-4284-B56F-24E395F77B90}"/>
              </a:ext>
            </a:extLst>
          </p:cNvPr>
          <p:cNvSpPr txBox="1"/>
          <p:nvPr/>
        </p:nvSpPr>
        <p:spPr>
          <a:xfrm>
            <a:off x="9806378" y="270504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AF43E16-C60C-4691-8FC3-2F8725B160B9}"/>
                  </a:ext>
                </a:extLst>
              </p:cNvPr>
              <p:cNvSpPr/>
              <p:nvPr/>
            </p:nvSpPr>
            <p:spPr>
              <a:xfrm>
                <a:off x="8517766" y="3177317"/>
                <a:ext cx="426680" cy="45580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HK"/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AF43E16-C60C-4691-8FC3-2F8725B160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7766" y="3177317"/>
                <a:ext cx="426680" cy="4558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7D30275-894C-4DF6-BF1F-80D3B86BB0A3}"/>
              </a:ext>
            </a:extLst>
          </p:cNvPr>
          <p:cNvCxnSpPr>
            <a:cxnSpLocks/>
            <a:stCxn id="10" idx="3"/>
            <a:endCxn id="39" idx="0"/>
          </p:cNvCxnSpPr>
          <p:nvPr/>
        </p:nvCxnSpPr>
        <p:spPr>
          <a:xfrm flipH="1">
            <a:off x="9665574" y="3633122"/>
            <a:ext cx="182893" cy="635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32BDAD4-7E27-4A5D-9A74-CF709234EBCF}"/>
              </a:ext>
            </a:extLst>
          </p:cNvPr>
          <p:cNvSpPr txBox="1"/>
          <p:nvPr/>
        </p:nvSpPr>
        <p:spPr>
          <a:xfrm>
            <a:off x="9710642" y="382223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0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1A3E929-39F3-4B9D-9E06-989AA209A1E2}"/>
              </a:ext>
            </a:extLst>
          </p:cNvPr>
          <p:cNvCxnSpPr>
            <a:cxnSpLocks/>
            <a:stCxn id="10" idx="5"/>
            <a:endCxn id="40" idx="0"/>
          </p:cNvCxnSpPr>
          <p:nvPr/>
        </p:nvCxnSpPr>
        <p:spPr>
          <a:xfrm>
            <a:off x="10216657" y="3633122"/>
            <a:ext cx="244358" cy="635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A4A82A7-9F19-44EE-BA71-772745431A16}"/>
              </a:ext>
            </a:extLst>
          </p:cNvPr>
          <p:cNvSpPr txBox="1"/>
          <p:nvPr/>
        </p:nvSpPr>
        <p:spPr>
          <a:xfrm>
            <a:off x="10326092" y="380499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03C6022-E393-44DD-8B03-16C8318EFF8B}"/>
                  </a:ext>
                </a:extLst>
              </p:cNvPr>
              <p:cNvSpPr/>
              <p:nvPr/>
            </p:nvSpPr>
            <p:spPr>
              <a:xfrm>
                <a:off x="9452234" y="4268595"/>
                <a:ext cx="426680" cy="45580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HK"/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03C6022-E393-44DD-8B03-16C8318EFF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2234" y="4268595"/>
                <a:ext cx="426680" cy="4558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592F442-B92B-4F1E-A740-52655FCFFF8B}"/>
                  </a:ext>
                </a:extLst>
              </p:cNvPr>
              <p:cNvSpPr/>
              <p:nvPr/>
            </p:nvSpPr>
            <p:spPr>
              <a:xfrm>
                <a:off x="10246103" y="4268595"/>
                <a:ext cx="429824" cy="45580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HK"/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592F442-B92B-4F1E-A740-52655FCFFF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6103" y="4268595"/>
                <a:ext cx="429824" cy="45580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CF87E5F-18D9-42B9-8DF7-06A0ACC21954}"/>
              </a:ext>
            </a:extLst>
          </p:cNvPr>
          <p:cNvSpPr txBox="1"/>
          <p:nvPr/>
        </p:nvSpPr>
        <p:spPr>
          <a:xfrm>
            <a:off x="9618337" y="2019076"/>
            <a:ext cx="11031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solidFill>
                  <a:srgbClr val="7030A0"/>
                </a:solidFill>
              </a:rPr>
              <a:t>Node 0 (root)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3BBE8F-ADC8-4690-BE7D-B542B74DC582}"/>
              </a:ext>
            </a:extLst>
          </p:cNvPr>
          <p:cNvSpPr txBox="1"/>
          <p:nvPr/>
        </p:nvSpPr>
        <p:spPr>
          <a:xfrm>
            <a:off x="10381890" y="3126407"/>
            <a:ext cx="6864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solidFill>
                  <a:srgbClr val="7030A0"/>
                </a:solidFill>
              </a:rPr>
              <a:t>Node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08AE13-04F4-4251-83B3-656BBAF0117A}"/>
              </a:ext>
            </a:extLst>
          </p:cNvPr>
          <p:cNvSpPr txBox="1"/>
          <p:nvPr/>
        </p:nvSpPr>
        <p:spPr>
          <a:xfrm>
            <a:off x="7654941" y="3119309"/>
            <a:ext cx="6864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solidFill>
                  <a:srgbClr val="7030A0"/>
                </a:solidFill>
              </a:rPr>
              <a:t>Node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C6A8CD-A835-49AF-9466-35AB0F1CAD35}"/>
              </a:ext>
            </a:extLst>
          </p:cNvPr>
          <p:cNvSpPr txBox="1"/>
          <p:nvPr/>
        </p:nvSpPr>
        <p:spPr>
          <a:xfrm>
            <a:off x="8553373" y="4223486"/>
            <a:ext cx="6864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solidFill>
                  <a:srgbClr val="7030A0"/>
                </a:solidFill>
              </a:rPr>
              <a:t>Node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6FA9DB-2DD5-46BE-96BD-3B7573C04ABF}"/>
              </a:ext>
            </a:extLst>
          </p:cNvPr>
          <p:cNvSpPr txBox="1"/>
          <p:nvPr/>
        </p:nvSpPr>
        <p:spPr>
          <a:xfrm>
            <a:off x="10785797" y="4250019"/>
            <a:ext cx="6864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solidFill>
                  <a:srgbClr val="7030A0"/>
                </a:solidFill>
              </a:rPr>
              <a:t>Node 4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8F996CD-B346-48CC-95E5-9EBD10D84E0E}"/>
              </a:ext>
            </a:extLst>
          </p:cNvPr>
          <p:cNvGrpSpPr/>
          <p:nvPr/>
        </p:nvGrpSpPr>
        <p:grpSpPr>
          <a:xfrm>
            <a:off x="9489023" y="2285945"/>
            <a:ext cx="647203" cy="261610"/>
            <a:chOff x="9489023" y="2285945"/>
            <a:chExt cx="647203" cy="2616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7CD7238-554A-4CB0-A2DA-9197B14D8FE6}"/>
                    </a:ext>
                  </a:extLst>
                </p:cNvPr>
                <p:cNvSpPr txBox="1"/>
                <p:nvPr/>
              </p:nvSpPr>
              <p:spPr>
                <a:xfrm>
                  <a:off x="9757020" y="2285945"/>
                  <a:ext cx="37920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100" b="0" i="0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1100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100" dirty="0">
                    <a:solidFill>
                      <a:srgbClr val="0033CC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7CD7238-554A-4CB0-A2DA-9197B14D8F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7020" y="2285945"/>
                  <a:ext cx="379206" cy="2616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FCEB7C3-63E8-4E69-B758-FAC79B9B88F6}"/>
                </a:ext>
              </a:extLst>
            </p:cNvPr>
            <p:cNvCxnSpPr>
              <a:stCxn id="22" idx="1"/>
            </p:cNvCxnSpPr>
            <p:nvPr/>
          </p:nvCxnSpPr>
          <p:spPr>
            <a:xfrm flipH="1" flipV="1">
              <a:off x="9489023" y="2314154"/>
              <a:ext cx="267997" cy="1025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B93966B-BA43-49E2-98FB-7D71E1D96DAE}"/>
              </a:ext>
            </a:extLst>
          </p:cNvPr>
          <p:cNvGrpSpPr/>
          <p:nvPr/>
        </p:nvGrpSpPr>
        <p:grpSpPr>
          <a:xfrm>
            <a:off x="10201725" y="3393242"/>
            <a:ext cx="642780" cy="261610"/>
            <a:chOff x="9489023" y="2285945"/>
            <a:chExt cx="642780" cy="2616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C90D321-87D1-4EA0-8890-B5E1810CCFBB}"/>
                    </a:ext>
                  </a:extLst>
                </p:cNvPr>
                <p:cNvSpPr txBox="1"/>
                <p:nvPr/>
              </p:nvSpPr>
              <p:spPr>
                <a:xfrm>
                  <a:off x="9757020" y="2285945"/>
                  <a:ext cx="374783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100" b="0" i="0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1100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100" dirty="0">
                    <a:solidFill>
                      <a:srgbClr val="0033CC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C90D321-87D1-4EA0-8890-B5E1810CCF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7020" y="2285945"/>
                  <a:ext cx="374783" cy="2616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3E073CCB-E5A6-4EED-80B7-F68B58A42E6C}"/>
                </a:ext>
              </a:extLst>
            </p:cNvPr>
            <p:cNvCxnSpPr>
              <a:stCxn id="28" idx="1"/>
            </p:cNvCxnSpPr>
            <p:nvPr/>
          </p:nvCxnSpPr>
          <p:spPr>
            <a:xfrm flipH="1" flipV="1">
              <a:off x="9489023" y="2314154"/>
              <a:ext cx="267997" cy="1025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F64B25E-436B-454D-BC11-E5C3DC165937}"/>
              </a:ext>
            </a:extLst>
          </p:cNvPr>
          <p:cNvGrpSpPr/>
          <p:nvPr/>
        </p:nvGrpSpPr>
        <p:grpSpPr>
          <a:xfrm>
            <a:off x="7623054" y="3405872"/>
            <a:ext cx="1004930" cy="261610"/>
            <a:chOff x="9757020" y="2285945"/>
            <a:chExt cx="1004930" cy="2616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48816EC-93CD-416C-A5A0-45F9BBB55196}"/>
                    </a:ext>
                  </a:extLst>
                </p:cNvPr>
                <p:cNvSpPr txBox="1"/>
                <p:nvPr/>
              </p:nvSpPr>
              <p:spPr>
                <a:xfrm>
                  <a:off x="9757020" y="2285945"/>
                  <a:ext cx="71051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100" b="0" i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class</m:t>
                        </m:r>
                        <m:d>
                          <m:dPr>
                            <m:ctrlPr>
                              <a:rPr lang="en-US" sz="1100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en-US" sz="1100">
                    <a:solidFill>
                      <a:srgbClr val="0033CC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48816EC-93CD-416C-A5A0-45F9BBB551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7020" y="2285945"/>
                  <a:ext cx="710515" cy="2616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7D2B520-8C96-474C-8E2E-92D70AD8A391}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 flipV="1">
              <a:off x="10467535" y="2309074"/>
              <a:ext cx="294415" cy="1076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347BA0C-F9B8-4E24-9898-7FA72A1ED900}"/>
              </a:ext>
            </a:extLst>
          </p:cNvPr>
          <p:cNvGrpSpPr/>
          <p:nvPr/>
        </p:nvGrpSpPr>
        <p:grpSpPr>
          <a:xfrm>
            <a:off x="8541319" y="4532186"/>
            <a:ext cx="1004930" cy="261610"/>
            <a:chOff x="9757020" y="2285945"/>
            <a:chExt cx="1004930" cy="2616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8C4EE45-F23A-4AE0-90D0-513A7C1E520C}"/>
                    </a:ext>
                  </a:extLst>
                </p:cNvPr>
                <p:cNvSpPr txBox="1"/>
                <p:nvPr/>
              </p:nvSpPr>
              <p:spPr>
                <a:xfrm>
                  <a:off x="9757020" y="2285945"/>
                  <a:ext cx="71051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100" b="0" i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class</m:t>
                        </m:r>
                        <m:d>
                          <m:dPr>
                            <m:ctrlPr>
                              <a:rPr lang="en-US" sz="1100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oMath>
                    </m:oMathPara>
                  </a14:m>
                  <a:endParaRPr lang="en-US" sz="1100">
                    <a:solidFill>
                      <a:srgbClr val="0033CC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8C4EE45-F23A-4AE0-90D0-513A7C1E52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7020" y="2285945"/>
                  <a:ext cx="710515" cy="2616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BA37B25B-342E-4384-9152-0FE40CED50C6}"/>
                </a:ext>
              </a:extLst>
            </p:cNvPr>
            <p:cNvCxnSpPr>
              <a:cxnSpLocks/>
              <a:stCxn id="42" idx="3"/>
            </p:cNvCxnSpPr>
            <p:nvPr/>
          </p:nvCxnSpPr>
          <p:spPr>
            <a:xfrm flipV="1">
              <a:off x="10467535" y="2309074"/>
              <a:ext cx="294415" cy="1076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673980A-1FAC-4D81-AA4D-6B2A31B2B859}"/>
              </a:ext>
            </a:extLst>
          </p:cNvPr>
          <p:cNvGrpSpPr/>
          <p:nvPr/>
        </p:nvGrpSpPr>
        <p:grpSpPr>
          <a:xfrm>
            <a:off x="10482545" y="4495348"/>
            <a:ext cx="993170" cy="261610"/>
            <a:chOff x="9474365" y="2285945"/>
            <a:chExt cx="993170" cy="2616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DE0EB57C-3545-44CE-B82A-A8E66472A07D}"/>
                    </a:ext>
                  </a:extLst>
                </p:cNvPr>
                <p:cNvSpPr txBox="1"/>
                <p:nvPr/>
              </p:nvSpPr>
              <p:spPr>
                <a:xfrm>
                  <a:off x="9757020" y="2285945"/>
                  <a:ext cx="71051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100" b="0" i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class</m:t>
                        </m:r>
                        <m:d>
                          <m:dPr>
                            <m:ctrlPr>
                              <a:rPr lang="en-US" sz="1100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oMath>
                    </m:oMathPara>
                  </a14:m>
                  <a:endParaRPr lang="en-US" sz="1100">
                    <a:solidFill>
                      <a:srgbClr val="0033CC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DE0EB57C-3545-44CE-B82A-A8E66472A0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7020" y="2285945"/>
                  <a:ext cx="710515" cy="2616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3E828013-9A1B-4CB2-A934-E38D83FA7598}"/>
                </a:ext>
              </a:extLst>
            </p:cNvPr>
            <p:cNvCxnSpPr>
              <a:cxnSpLocks/>
              <a:stCxn id="45" idx="1"/>
            </p:cNvCxnSpPr>
            <p:nvPr/>
          </p:nvCxnSpPr>
          <p:spPr>
            <a:xfrm flipH="1" flipV="1">
              <a:off x="9474365" y="2302226"/>
              <a:ext cx="282655" cy="1145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47EBC55-DDEA-4CD8-8B1B-0DAD9DD43A05}"/>
                  </a:ext>
                </a:extLst>
              </p:cNvPr>
              <p:cNvSpPr txBox="1"/>
              <p:nvPr/>
            </p:nvSpPr>
            <p:spPr>
              <a:xfrm>
                <a:off x="7969758" y="2872209"/>
                <a:ext cx="84638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100" b="0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child</m:t>
                      </m:r>
                      <m:r>
                        <a:rPr lang="en-US" sz="11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US" sz="110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47EBC55-DDEA-4CD8-8B1B-0DAD9DD43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9758" y="2872209"/>
                <a:ext cx="846386" cy="261610"/>
              </a:xfrm>
              <a:prstGeom prst="rect">
                <a:avLst/>
              </a:prstGeom>
              <a:blipFill>
                <a:blip r:embed="rId14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7D3B047-7C50-4322-8CBD-9482D4EA8929}"/>
                  </a:ext>
                </a:extLst>
              </p:cNvPr>
              <p:cNvSpPr txBox="1"/>
              <p:nvPr/>
            </p:nvSpPr>
            <p:spPr>
              <a:xfrm>
                <a:off x="10059352" y="2894975"/>
                <a:ext cx="84638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100" b="0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child</m:t>
                      </m:r>
                      <m:r>
                        <a:rPr lang="en-US" sz="11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(0,1)</m:t>
                      </m:r>
                    </m:oMath>
                  </m:oMathPara>
                </a14:m>
                <a:endParaRPr lang="en-US" sz="110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7D3B047-7C50-4322-8CBD-9482D4EA8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9352" y="2894975"/>
                <a:ext cx="846386" cy="261610"/>
              </a:xfrm>
              <a:prstGeom prst="rect">
                <a:avLst/>
              </a:prstGeom>
              <a:blipFill>
                <a:blip r:embed="rId15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B09ABD7-EB2C-4D53-80BB-7ABA986887EC}"/>
                  </a:ext>
                </a:extLst>
              </p:cNvPr>
              <p:cNvSpPr txBox="1"/>
              <p:nvPr/>
            </p:nvSpPr>
            <p:spPr>
              <a:xfrm>
                <a:off x="8901182" y="3939181"/>
                <a:ext cx="82426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100" b="0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child</m:t>
                      </m:r>
                      <m:r>
                        <a:rPr lang="en-US" sz="11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(1,0)</m:t>
                      </m:r>
                    </m:oMath>
                  </m:oMathPara>
                </a14:m>
                <a:endParaRPr lang="en-US" sz="110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B09ABD7-EB2C-4D53-80BB-7ABA98688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1182" y="3939181"/>
                <a:ext cx="824265" cy="261610"/>
              </a:xfrm>
              <a:prstGeom prst="rect">
                <a:avLst/>
              </a:prstGeom>
              <a:blipFill>
                <a:blip r:embed="rId16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6DCF062-1287-4547-889B-B190C5D18030}"/>
                  </a:ext>
                </a:extLst>
              </p:cNvPr>
              <p:cNvSpPr txBox="1"/>
              <p:nvPr/>
            </p:nvSpPr>
            <p:spPr>
              <a:xfrm>
                <a:off x="10511324" y="3961947"/>
                <a:ext cx="82426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100" b="0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child</m:t>
                      </m:r>
                      <m:r>
                        <a:rPr lang="en-US" sz="11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(1,1)</m:t>
                      </m:r>
                    </m:oMath>
                  </m:oMathPara>
                </a14:m>
                <a:endParaRPr lang="en-US" sz="110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6DCF062-1287-4547-889B-B190C5D18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1324" y="3961947"/>
                <a:ext cx="824265" cy="261610"/>
              </a:xfrm>
              <a:prstGeom prst="rect">
                <a:avLst/>
              </a:prstGeom>
              <a:blipFill>
                <a:blip r:embed="rId17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FA97492D-B83F-487B-AE3F-F6F1675BA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4">
                <a:extLst>
                  <a:ext uri="{FF2B5EF4-FFF2-40B4-BE49-F238E27FC236}">
                    <a16:creationId xmlns:a16="http://schemas.microsoft.com/office/drawing/2014/main" id="{F7375785-4B8D-47D3-A5F7-D5CBDC3652D4}"/>
                  </a:ext>
                </a:extLst>
              </p:cNvPr>
              <p:cNvSpPr/>
              <p:nvPr/>
            </p:nvSpPr>
            <p:spPr>
              <a:xfrm>
                <a:off x="6384132" y="4075838"/>
                <a:ext cx="1785258" cy="175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HK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HK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HK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HK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HK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HK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HK" i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endParaRPr lang="en-HK" dirty="0"/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1.	0	0	0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2.	0	1	0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3.	1	0	0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4.	1	1	1</a:t>
                </a:r>
              </a:p>
              <a:p>
                <a:pPr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HK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HK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HK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HK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HK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HK" dirty="0"/>
                  <a:t>	</a:t>
                </a:r>
                <a14:m>
                  <m:oMath xmlns:m="http://schemas.openxmlformats.org/officeDocument/2006/math">
                    <m:r>
                      <a:rPr lang="en-HK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HK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" name="Rectangle 4">
                <a:extLst>
                  <a:ext uri="{FF2B5EF4-FFF2-40B4-BE49-F238E27FC236}">
                    <a16:creationId xmlns:a16="http://schemas.microsoft.com/office/drawing/2014/main" id="{F7375785-4B8D-47D3-A5F7-D5CBDC3652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132" y="4075838"/>
                <a:ext cx="1785258" cy="1754326"/>
              </a:xfrm>
              <a:prstGeom prst="rect">
                <a:avLst/>
              </a:prstGeom>
              <a:blipFill>
                <a:blip r:embed="rId18"/>
                <a:stretch>
                  <a:fillRect l="-2817"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5104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  <p:bldP spid="19" grpId="0"/>
      <p:bldP spid="20" grpId="0"/>
      <p:bldP spid="21" grpId="0"/>
      <p:bldP spid="47" grpId="0"/>
      <p:bldP spid="48" grpId="0"/>
      <p:bldP spid="49" grpId="0"/>
      <p:bldP spid="5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901261424157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98097-D6B6-433F-BBE9-EF38E2522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How to classify?</a:t>
            </a:r>
            <a:br>
              <a:rPr lang="en-HK"/>
            </a:br>
            <a:r>
              <a:rPr lang="en-HK" sz="2800"/>
              <a:t>Trace from root to </a:t>
            </a:r>
            <a:r>
              <a:rPr lang="en-US" sz="2800"/>
              <a:t>leaves</a:t>
            </a:r>
            <a:endParaRPr lang="en-H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HighlightTextShape201712102315278110">
                <a:extLst>
                  <a:ext uri="{FF2B5EF4-FFF2-40B4-BE49-F238E27FC236}">
                    <a16:creationId xmlns:a16="http://schemas.microsoft.com/office/drawing/2014/main" id="{2D560EB9-9C1D-428B-A2EE-BE0454D711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HK" dirty="0">
                    <a:latin typeface="Consolas" panose="020B0609020204030204" pitchFamily="49" charset="0"/>
                  </a:rPr>
                  <a:t>Input: feature vector </a:t>
                </a:r>
                <a14:m>
                  <m:oMath xmlns:m="http://schemas.openxmlformats.org/officeDocument/2006/math">
                    <m:r>
                      <a:rPr lang="en-HK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HK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HK" dirty="0">
                    <a:latin typeface="Consolas" panose="020B0609020204030204" pitchFamily="49" charset="0"/>
                  </a:rPr>
                  <a:t>Output: predicted class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HK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en-HK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HK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HK">
                        <a:latin typeface="Cambria Math" panose="02040503050406030204" pitchFamily="18" charset="0"/>
                      </a:rPr>
                      <m:t>←</m:t>
                    </m:r>
                    <m:r>
                      <m:rPr>
                        <m:nor/>
                      </m:rPr>
                      <a:rPr lang="en-HK">
                        <a:latin typeface="Consolas" panose="020B0609020204030204" pitchFamily="49" charset="0"/>
                      </a:rPr>
                      <m:t>root</m:t>
                    </m:r>
                  </m:oMath>
                </a14:m>
                <a:r>
                  <a:rPr lang="en-HK" dirty="0">
                    <a:latin typeface="Consolas" panose="020B0609020204030204" pitchFamily="49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HK" dirty="0">
                    <a:latin typeface="Consolas" panose="020B0609020204030204" pitchFamily="49" charset="0"/>
                  </a:rPr>
                  <a:t>while </a:t>
                </a:r>
                <a14:m>
                  <m:oMath xmlns:m="http://schemas.openxmlformats.org/officeDocument/2006/math">
                    <m:r>
                      <a:rPr lang="en-HK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HK" dirty="0">
                    <a:latin typeface="Consolas" panose="020B0609020204030204" pitchFamily="49" charset="0"/>
                  </a:rPr>
                  <a:t> is not a leaf</a:t>
                </a:r>
              </a:p>
              <a:p>
                <a:pPr marL="0" indent="0">
                  <a:buNone/>
                </a:pPr>
                <a:r>
                  <a:rPr lang="en-HK" dirty="0">
                    <a:latin typeface="Consolas" panose="020B0609020204030204" pitchFamily="49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HK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HK">
                        <a:latin typeface="Cambria Math" panose="02040503050406030204" pitchFamily="18" charset="0"/>
                      </a:rPr>
                      <m:t>←</m:t>
                    </m:r>
                    <m:r>
                      <m:rPr>
                        <m:nor/>
                      </m:rPr>
                      <a:rPr lang="en-HK">
                        <a:latin typeface="Consolas" panose="020B0609020204030204" pitchFamily="49" charset="0"/>
                      </a:rPr>
                      <m:t>child</m:t>
                    </m:r>
                    <m:r>
                      <a:rPr lang="en-HK">
                        <a:latin typeface="Cambria Math" panose="02040503050406030204" pitchFamily="18" charset="0"/>
                      </a:rPr>
                      <m:t>(</m:t>
                    </m:r>
                    <m:r>
                      <a:rPr lang="en-HK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HK">
                        <a:latin typeface="Cambria Math" panose="02040503050406030204" pitchFamily="18" charset="0"/>
                      </a:rPr>
                      <m:t>,</m:t>
                    </m:r>
                    <m:r>
                      <a:rPr lang="en-HK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HK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HK" dirty="0">
                    <a:latin typeface="Consolas" panose="020B0609020204030204" pitchFamily="49" charset="0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HK" i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HK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HK">
                        <a:latin typeface="Cambria Math" panose="02040503050406030204" pitchFamily="18" charset="0"/>
                      </a:rPr>
                      <m:t>=</m:t>
                    </m:r>
                    <m:r>
                      <a:rPr lang="en-HK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HK" dirty="0">
                    <a:latin typeface="Consolas" panose="020B0609020204030204" pitchFamily="49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HK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HK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HK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HK">
                        <a:latin typeface="Cambria Math" panose="02040503050406030204" pitchFamily="18" charset="0"/>
                      </a:rPr>
                      <m:t>←</m:t>
                    </m:r>
                    <m:r>
                      <m:rPr>
                        <m:nor/>
                      </m:rPr>
                      <a:rPr lang="en-HK">
                        <a:latin typeface="Consolas" panose="020B0609020204030204" pitchFamily="49" charset="0"/>
                      </a:rPr>
                      <m:t>class</m:t>
                    </m:r>
                    <m:r>
                      <a:rPr lang="en-HK">
                        <a:latin typeface="Cambria Math" panose="02040503050406030204" pitchFamily="18" charset="0"/>
                      </a:rPr>
                      <m:t>(</m:t>
                    </m:r>
                    <m:r>
                      <a:rPr lang="en-HK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HK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HK" dirty="0">
                    <a:latin typeface="Consolas" panose="020B0609020204030204" pitchFamily="49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HighlightTextShape201712102315278110">
                <a:extLst>
                  <a:ext uri="{FF2B5EF4-FFF2-40B4-BE49-F238E27FC236}">
                    <a16:creationId xmlns:a16="http://schemas.microsoft.com/office/drawing/2014/main" id="{2D560EB9-9C1D-428B-A2EE-BE0454D711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70" t="-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3687612-9EA6-40B9-8627-358C7BD34C96}"/>
                  </a:ext>
                </a:extLst>
              </p:cNvPr>
              <p:cNvSpPr/>
              <p:nvPr/>
            </p:nvSpPr>
            <p:spPr>
              <a:xfrm>
                <a:off x="9131300" y="2070100"/>
                <a:ext cx="520700" cy="5207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HK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HK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HK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3687612-9EA6-40B9-8627-358C7BD34C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1300" y="2070100"/>
                <a:ext cx="520700" cy="5207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84DBE05-E269-42C1-B417-19C421DEDB2D}"/>
                  </a:ext>
                </a:extLst>
              </p:cNvPr>
              <p:cNvSpPr/>
              <p:nvPr/>
            </p:nvSpPr>
            <p:spPr>
              <a:xfrm>
                <a:off x="9772212" y="3188677"/>
                <a:ext cx="520700" cy="5207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HK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H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HK" dirty="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84DBE05-E269-42C1-B417-19C421DEDB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2212" y="3188677"/>
                <a:ext cx="520700" cy="5207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1AEC64C-6F43-4D16-9978-A841092C32E3}"/>
              </a:ext>
            </a:extLst>
          </p:cNvPr>
          <p:cNvCxnSpPr>
            <a:cxnSpLocks/>
            <a:stCxn id="4" idx="3"/>
            <a:endCxn id="23" idx="0"/>
          </p:cNvCxnSpPr>
          <p:nvPr/>
        </p:nvCxnSpPr>
        <p:spPr>
          <a:xfrm flipH="1">
            <a:off x="8731106" y="2514545"/>
            <a:ext cx="476449" cy="662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AE0E1F4-7695-40E2-96C8-B89AB1A34836}"/>
              </a:ext>
            </a:extLst>
          </p:cNvPr>
          <p:cNvSpPr txBox="1"/>
          <p:nvPr/>
        </p:nvSpPr>
        <p:spPr>
          <a:xfrm>
            <a:off x="8901182" y="272228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46825D1-A27A-425A-A70F-1ABA1F611A68}"/>
              </a:ext>
            </a:extLst>
          </p:cNvPr>
          <p:cNvCxnSpPr>
            <a:cxnSpLocks/>
            <a:stCxn id="4" idx="5"/>
            <a:endCxn id="10" idx="0"/>
          </p:cNvCxnSpPr>
          <p:nvPr/>
        </p:nvCxnSpPr>
        <p:spPr>
          <a:xfrm>
            <a:off x="9575745" y="2514545"/>
            <a:ext cx="456817" cy="674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BFBED4A-5BC3-4284-B56F-24E395F77B90}"/>
              </a:ext>
            </a:extLst>
          </p:cNvPr>
          <p:cNvSpPr txBox="1"/>
          <p:nvPr/>
        </p:nvSpPr>
        <p:spPr>
          <a:xfrm>
            <a:off x="9806378" y="270504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AF43E16-C60C-4691-8FC3-2F8725B160B9}"/>
                  </a:ext>
                </a:extLst>
              </p:cNvPr>
              <p:cNvSpPr/>
              <p:nvPr/>
            </p:nvSpPr>
            <p:spPr>
              <a:xfrm>
                <a:off x="8517766" y="3177317"/>
                <a:ext cx="426680" cy="45580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HK"/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AF43E16-C60C-4691-8FC3-2F8725B160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7766" y="3177317"/>
                <a:ext cx="426680" cy="4558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7D30275-894C-4DF6-BF1F-80D3B86BB0A3}"/>
              </a:ext>
            </a:extLst>
          </p:cNvPr>
          <p:cNvCxnSpPr>
            <a:cxnSpLocks/>
            <a:stCxn id="10" idx="3"/>
            <a:endCxn id="39" idx="0"/>
          </p:cNvCxnSpPr>
          <p:nvPr/>
        </p:nvCxnSpPr>
        <p:spPr>
          <a:xfrm flipH="1">
            <a:off x="9665574" y="3633122"/>
            <a:ext cx="182893" cy="635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32BDAD4-7E27-4A5D-9A74-CF709234EBCF}"/>
              </a:ext>
            </a:extLst>
          </p:cNvPr>
          <p:cNvSpPr txBox="1"/>
          <p:nvPr/>
        </p:nvSpPr>
        <p:spPr>
          <a:xfrm>
            <a:off x="9710642" y="382223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0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1A3E929-39F3-4B9D-9E06-989AA209A1E2}"/>
              </a:ext>
            </a:extLst>
          </p:cNvPr>
          <p:cNvCxnSpPr>
            <a:cxnSpLocks/>
            <a:stCxn id="10" idx="5"/>
            <a:endCxn id="40" idx="0"/>
          </p:cNvCxnSpPr>
          <p:nvPr/>
        </p:nvCxnSpPr>
        <p:spPr>
          <a:xfrm>
            <a:off x="10216657" y="3633122"/>
            <a:ext cx="244358" cy="635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A4A82A7-9F19-44EE-BA71-772745431A16}"/>
              </a:ext>
            </a:extLst>
          </p:cNvPr>
          <p:cNvSpPr txBox="1"/>
          <p:nvPr/>
        </p:nvSpPr>
        <p:spPr>
          <a:xfrm>
            <a:off x="10326092" y="380499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03C6022-E393-44DD-8B03-16C8318EFF8B}"/>
                  </a:ext>
                </a:extLst>
              </p:cNvPr>
              <p:cNvSpPr/>
              <p:nvPr/>
            </p:nvSpPr>
            <p:spPr>
              <a:xfrm>
                <a:off x="9452234" y="4268595"/>
                <a:ext cx="426680" cy="45580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HK"/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03C6022-E393-44DD-8B03-16C8318EFF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2234" y="4268595"/>
                <a:ext cx="426680" cy="4558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592F442-B92B-4F1E-A740-52655FCFFF8B}"/>
                  </a:ext>
                </a:extLst>
              </p:cNvPr>
              <p:cNvSpPr/>
              <p:nvPr/>
            </p:nvSpPr>
            <p:spPr>
              <a:xfrm>
                <a:off x="10246103" y="4268595"/>
                <a:ext cx="429824" cy="45580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HK"/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592F442-B92B-4F1E-A740-52655FCFFF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6103" y="4268595"/>
                <a:ext cx="429824" cy="45580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372508-7EE7-458F-89DD-A48C9B1FE944}"/>
                  </a:ext>
                </a:extLst>
              </p:cNvPr>
              <p:cNvSpPr txBox="1"/>
              <p:nvPr/>
            </p:nvSpPr>
            <p:spPr>
              <a:xfrm>
                <a:off x="8347861" y="1582805"/>
                <a:ext cx="22087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HK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HK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HK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HK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HK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HK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HK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HK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=(1,0)</m:t>
                      </m:r>
                    </m:oMath>
                  </m:oMathPara>
                </a14:m>
                <a:endParaRPr lang="en-HK">
                  <a:solidFill>
                    <a:srgbClr val="0033CC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372508-7EE7-458F-89DD-A48C9B1FE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7861" y="1582805"/>
                <a:ext cx="2208746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CC2E49-526D-488E-81C9-C40EECE9C3C6}"/>
                  </a:ext>
                </a:extLst>
              </p:cNvPr>
              <p:cNvSpPr/>
              <p:nvPr/>
            </p:nvSpPr>
            <p:spPr>
              <a:xfrm>
                <a:off x="9169681" y="2717667"/>
                <a:ext cx="7092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HK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HK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HK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CC2E49-526D-488E-81C9-C40EECE9C3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681" y="2717667"/>
                <a:ext cx="709232" cy="369332"/>
              </a:xfrm>
              <a:prstGeom prst="rect">
                <a:avLst/>
              </a:prstGeom>
              <a:blipFill>
                <a:blip r:embed="rId10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27DFCFC-208D-48FC-AD21-E2E00EA550F3}"/>
                  </a:ext>
                </a:extLst>
              </p:cNvPr>
              <p:cNvSpPr/>
              <p:nvPr/>
            </p:nvSpPr>
            <p:spPr>
              <a:xfrm>
                <a:off x="9105862" y="3786214"/>
                <a:ext cx="7092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HK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HK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HK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27DFCFC-208D-48FC-AD21-E2E00EA550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5862" y="3786214"/>
                <a:ext cx="709232" cy="369332"/>
              </a:xfrm>
              <a:prstGeom prst="rect">
                <a:avLst/>
              </a:prstGeom>
              <a:blipFill>
                <a:blip r:embed="rId11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8D84673-1BB0-4C03-91BC-F1EB718B56BE}"/>
                  </a:ext>
                </a:extLst>
              </p:cNvPr>
              <p:cNvSpPr/>
              <p:nvPr/>
            </p:nvSpPr>
            <p:spPr>
              <a:xfrm>
                <a:off x="8822305" y="4299441"/>
                <a:ext cx="6198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HK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HK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HK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8D84673-1BB0-4C03-91BC-F1EB718B56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305" y="4299441"/>
                <a:ext cx="619850" cy="369332"/>
              </a:xfrm>
              <a:prstGeom prst="rect">
                <a:avLst/>
              </a:prstGeom>
              <a:blipFill>
                <a:blip r:embed="rId12"/>
                <a:stretch>
                  <a:fillRect t="-3279" r="-3922"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265861A-9B73-4BC8-A582-E0B8F3383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159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2290A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2290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1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mph" presetSubtype="2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1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2290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3" presetClass="emph" presetSubtype="2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1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"/>
                            </p:stCondLst>
                            <p:childTnLst>
                              <p:par>
                                <p:cTn id="24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mph" presetSubtype="2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1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2290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" dur="1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mph" presetSubtype="2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1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2290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" presetID="3" presetClass="emph" presetSubtype="2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1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33CC"/>
                                      </p:to>
                                    </p:animClr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33CC"/>
                                      </p:to>
                                    </p:animClr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mph" presetSubtype="2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1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2290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" presetID="3" presetClass="emph" presetSubtype="2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1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5"/>
      <p:bldP spid="3" grpId="1" uiExpand="1" build="p" bldLvl="5"/>
      <p:bldP spid="5" grpId="0" uiExpand="1"/>
      <p:bldP spid="7" grpId="0" uiExpand="1"/>
      <p:bldP spid="20" grpId="0" uiExpand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80331A4-2B90-4972-9DE5-EBF69CCAA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How to build a decision stump?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Content Placeholder 27">
                <a:extLst>
                  <a:ext uri="{FF2B5EF4-FFF2-40B4-BE49-F238E27FC236}">
                    <a16:creationId xmlns:a16="http://schemas.microsoft.com/office/drawing/2014/main" id="{879C4870-276E-49D9-B2ED-6C319D69F952}"/>
                  </a:ext>
                </a:extLst>
              </p:cNvPr>
              <p:cNvGraphicFramePr>
                <a:graphicFrameLocks noGrp="1"/>
              </p:cNvGraphicFramePr>
              <p:nvPr>
                <p:ph idx="4294967295"/>
              </p:nvPr>
            </p:nvGraphicFramePr>
            <p:xfrm>
              <a:off x="6618126" y="2752725"/>
              <a:ext cx="1132543" cy="5486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40532">
                      <a:extLst>
                        <a:ext uri="{9D8B030D-6E8A-4147-A177-3AD203B41FA5}">
                          <a16:colId xmlns:a16="http://schemas.microsoft.com/office/drawing/2014/main" val="4203508083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1616932205"/>
                        </a:ext>
                      </a:extLst>
                    </a:gridCol>
                    <a:gridCol w="224406">
                      <a:extLst>
                        <a:ext uri="{9D8B030D-6E8A-4147-A177-3AD203B41FA5}">
                          <a16:colId xmlns:a16="http://schemas.microsoft.com/office/drawing/2014/main" val="3398199886"/>
                        </a:ext>
                      </a:extLst>
                    </a:gridCol>
                    <a:gridCol w="234919">
                      <a:extLst>
                        <a:ext uri="{9D8B030D-6E8A-4147-A177-3AD203B41FA5}">
                          <a16:colId xmlns:a16="http://schemas.microsoft.com/office/drawing/2014/main" val="1751438753"/>
                        </a:ext>
                      </a:extLst>
                    </a:gridCol>
                    <a:gridCol w="224406">
                      <a:extLst>
                        <a:ext uri="{9D8B030D-6E8A-4147-A177-3AD203B41FA5}">
                          <a16:colId xmlns:a16="http://schemas.microsoft.com/office/drawing/2014/main" val="3121447777"/>
                        </a:ext>
                      </a:extLst>
                    </a:gridCol>
                  </a:tblGrid>
                  <a:tr h="26035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HK" sz="1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HK" sz="120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HK" sz="120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HK" sz="1200"/>
                            <a:t>2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HK" sz="1200"/>
                            <a:t>3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HK" sz="1200"/>
                            <a:t>4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44450256"/>
                      </a:ext>
                    </a:extLst>
                  </a:tr>
                  <a:tr h="26035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HK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K" sz="12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HK" sz="12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HK" sz="1200"/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HK" sz="120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HK" sz="1200"/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HK" sz="1200"/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HK" sz="1200"/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252755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Content Placeholder 27">
                <a:extLst>
                  <a:ext uri="{FF2B5EF4-FFF2-40B4-BE49-F238E27FC236}">
                    <a16:creationId xmlns:a16="http://schemas.microsoft.com/office/drawing/2014/main" id="{879C4870-276E-49D9-B2ED-6C319D69F952}"/>
                  </a:ext>
                </a:extLst>
              </p:cNvPr>
              <p:cNvGraphicFramePr>
                <a:graphicFrameLocks noGrp="1"/>
              </p:cNvGraphicFramePr>
              <p:nvPr>
                <p:ph idx="4294967295"/>
              </p:nvPr>
            </p:nvGraphicFramePr>
            <p:xfrm>
              <a:off x="6618126" y="2752725"/>
              <a:ext cx="1132543" cy="5486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40532">
                      <a:extLst>
                        <a:ext uri="{9D8B030D-6E8A-4147-A177-3AD203B41FA5}">
                          <a16:colId xmlns:a16="http://schemas.microsoft.com/office/drawing/2014/main" val="4203508083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1616932205"/>
                        </a:ext>
                      </a:extLst>
                    </a:gridCol>
                    <a:gridCol w="224406">
                      <a:extLst>
                        <a:ext uri="{9D8B030D-6E8A-4147-A177-3AD203B41FA5}">
                          <a16:colId xmlns:a16="http://schemas.microsoft.com/office/drawing/2014/main" val="3398199886"/>
                        </a:ext>
                      </a:extLst>
                    </a:gridCol>
                    <a:gridCol w="234919">
                      <a:extLst>
                        <a:ext uri="{9D8B030D-6E8A-4147-A177-3AD203B41FA5}">
                          <a16:colId xmlns:a16="http://schemas.microsoft.com/office/drawing/2014/main" val="1751438753"/>
                        </a:ext>
                      </a:extLst>
                    </a:gridCol>
                    <a:gridCol w="224406">
                      <a:extLst>
                        <a:ext uri="{9D8B030D-6E8A-4147-A177-3AD203B41FA5}">
                          <a16:colId xmlns:a16="http://schemas.microsoft.com/office/drawing/2014/main" val="3121447777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174" r="-370000" b="-113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HK" sz="120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HK" sz="1200"/>
                            <a:t>2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HK" sz="1200"/>
                            <a:t>3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HK" sz="1200"/>
                            <a:t>4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4445025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04444" r="-370000" b="-1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HK" sz="120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HK" sz="1200"/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HK" sz="1200"/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HK" sz="1200"/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2527558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4">
                <a:extLst>
                  <a:ext uri="{FF2B5EF4-FFF2-40B4-BE49-F238E27FC236}">
                    <a16:creationId xmlns:a16="http://schemas.microsoft.com/office/drawing/2014/main" id="{7AD51A39-38E9-4BF8-8517-F8B1D4D2742F}"/>
                  </a:ext>
                </a:extLst>
              </p:cNvPr>
              <p:cNvSpPr/>
              <p:nvPr/>
            </p:nvSpPr>
            <p:spPr>
              <a:xfrm>
                <a:off x="1829481" y="2719390"/>
                <a:ext cx="1785258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HK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HK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HK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HK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HK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HK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HK" i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endParaRPr lang="en-HK" dirty="0"/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1.	0	25	0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2.	1	26	0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3.	1	22	1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4.	1	27	1</a:t>
                </a:r>
              </a:p>
            </p:txBody>
          </p:sp>
        </mc:Choice>
        <mc:Fallback xmlns="">
          <p:sp>
            <p:nvSpPr>
              <p:cNvPr id="4" name="Rectangle 4">
                <a:extLst>
                  <a:ext uri="{FF2B5EF4-FFF2-40B4-BE49-F238E27FC236}">
                    <a16:creationId xmlns:a16="http://schemas.microsoft.com/office/drawing/2014/main" id="{7AD51A39-38E9-4BF8-8517-F8B1D4D274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481" y="2719390"/>
                <a:ext cx="1785258" cy="1477328"/>
              </a:xfrm>
              <a:prstGeom prst="rect">
                <a:avLst/>
              </a:prstGeom>
              <a:blipFill>
                <a:blip r:embed="rId4"/>
                <a:stretch>
                  <a:fillRect l="-2837" b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2261319C-529F-449A-9DE1-BF3E681F4708}"/>
              </a:ext>
            </a:extLst>
          </p:cNvPr>
          <p:cNvGrpSpPr/>
          <p:nvPr/>
        </p:nvGrpSpPr>
        <p:grpSpPr>
          <a:xfrm>
            <a:off x="5051348" y="2798267"/>
            <a:ext cx="1185350" cy="1101528"/>
            <a:chOff x="5051348" y="2798267"/>
            <a:chExt cx="1185350" cy="11015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val 9">
                  <a:extLst>
                    <a:ext uri="{FF2B5EF4-FFF2-40B4-BE49-F238E27FC236}">
                      <a16:creationId xmlns:a16="http://schemas.microsoft.com/office/drawing/2014/main" id="{A8A74BD9-FF58-47DB-8D05-79AC94DBF327}"/>
                    </a:ext>
                  </a:extLst>
                </p:cNvPr>
                <p:cNvSpPr/>
                <p:nvPr/>
              </p:nvSpPr>
              <p:spPr>
                <a:xfrm>
                  <a:off x="5284701" y="2798267"/>
                  <a:ext cx="520700" cy="5207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HK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HK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HK" dirty="0"/>
                </a:p>
              </p:txBody>
            </p:sp>
          </mc:Choice>
          <mc:Fallback xmlns="">
            <p:sp>
              <p:nvSpPr>
                <p:cNvPr id="19" name="Oval 9">
                  <a:extLst>
                    <a:ext uri="{FF2B5EF4-FFF2-40B4-BE49-F238E27FC236}">
                      <a16:creationId xmlns:a16="http://schemas.microsoft.com/office/drawing/2014/main" id="{A8A74BD9-FF58-47DB-8D05-79AC94DBF3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4701" y="2798267"/>
                  <a:ext cx="520700" cy="520700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32FFBD7-35DE-4873-8C64-CF144202BF84}"/>
                </a:ext>
              </a:extLst>
            </p:cNvPr>
            <p:cNvGrpSpPr/>
            <p:nvPr/>
          </p:nvGrpSpPr>
          <p:grpSpPr>
            <a:xfrm>
              <a:off x="5051348" y="3242712"/>
              <a:ext cx="429250" cy="657083"/>
              <a:chOff x="5051348" y="3242712"/>
              <a:chExt cx="429250" cy="657083"/>
            </a:xfrm>
          </p:grpSpPr>
          <p:cxnSp>
            <p:nvCxnSpPr>
              <p:cNvPr id="20" name="Straight Arrow Connector 20">
                <a:extLst>
                  <a:ext uri="{FF2B5EF4-FFF2-40B4-BE49-F238E27FC236}">
                    <a16:creationId xmlns:a16="http://schemas.microsoft.com/office/drawing/2014/main" id="{0032D822-DFA6-4772-BEEC-F8FF5FD36C66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 flipH="1">
                <a:off x="5051348" y="3242712"/>
                <a:ext cx="317428" cy="6570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D9C21234-ADF9-4060-BD35-24673FDDE9F1}"/>
                  </a:ext>
                </a:extLst>
              </p:cNvPr>
              <p:cNvSpPr txBox="1"/>
              <p:nvPr/>
            </p:nvSpPr>
            <p:spPr>
              <a:xfrm>
                <a:off x="5167692" y="3414580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/>
                  <a:t>0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54BB717-43D2-4883-94A0-36CF686F98BC}"/>
                </a:ext>
              </a:extLst>
            </p:cNvPr>
            <p:cNvGrpSpPr/>
            <p:nvPr/>
          </p:nvGrpSpPr>
          <p:grpSpPr>
            <a:xfrm>
              <a:off x="5729146" y="3242712"/>
              <a:ext cx="507552" cy="653214"/>
              <a:chOff x="5729146" y="3242712"/>
              <a:chExt cx="507552" cy="653214"/>
            </a:xfrm>
          </p:grpSpPr>
          <p:cxnSp>
            <p:nvCxnSpPr>
              <p:cNvPr id="23" name="Straight Arrow Connector 34">
                <a:extLst>
                  <a:ext uri="{FF2B5EF4-FFF2-40B4-BE49-F238E27FC236}">
                    <a16:creationId xmlns:a16="http://schemas.microsoft.com/office/drawing/2014/main" id="{AFC97BBF-CC52-48FF-89D1-E2E7A9BD60E3}"/>
                  </a:ext>
                </a:extLst>
              </p:cNvPr>
              <p:cNvCxnSpPr>
                <a:cxnSpLocks/>
                <a:stCxn id="19" idx="5"/>
                <a:endCxn id="38" idx="0"/>
              </p:cNvCxnSpPr>
              <p:nvPr/>
            </p:nvCxnSpPr>
            <p:spPr>
              <a:xfrm>
                <a:off x="5729146" y="3242712"/>
                <a:ext cx="258543" cy="65321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4" name="TextBox 35">
                <a:extLst>
                  <a:ext uri="{FF2B5EF4-FFF2-40B4-BE49-F238E27FC236}">
                    <a16:creationId xmlns:a16="http://schemas.microsoft.com/office/drawing/2014/main" id="{883DF4CF-B8A0-40E7-9BE6-8A2B5F7FBABC}"/>
                  </a:ext>
                </a:extLst>
              </p:cNvPr>
              <p:cNvSpPr txBox="1"/>
              <p:nvPr/>
            </p:nvSpPr>
            <p:spPr>
              <a:xfrm>
                <a:off x="5923792" y="3431823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/>
                  <a:t>1</a:t>
                </a:r>
              </a:p>
            </p:txBody>
          </p:sp>
        </p:grpSp>
      </p:grpSp>
      <p:graphicFrame>
        <p:nvGraphicFramePr>
          <p:cNvPr id="30" name="Content Placeholder 27">
            <a:extLst>
              <a:ext uri="{FF2B5EF4-FFF2-40B4-BE49-F238E27FC236}">
                <a16:creationId xmlns:a16="http://schemas.microsoft.com/office/drawing/2014/main" id="{8BCD1A37-050C-4B9B-B146-2DAB52389E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8422790"/>
              </p:ext>
            </p:extLst>
          </p:nvPr>
        </p:nvGraphicFramePr>
        <p:xfrm>
          <a:off x="5272247" y="3874713"/>
          <a:ext cx="233891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891">
                  <a:extLst>
                    <a:ext uri="{9D8B030D-6E8A-4147-A177-3AD203B41FA5}">
                      <a16:colId xmlns:a16="http://schemas.microsoft.com/office/drawing/2014/main" val="1616932205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p:graphicFrame>
        <p:nvGraphicFramePr>
          <p:cNvPr id="31" name="Content Placeholder 27">
            <a:extLst>
              <a:ext uri="{FF2B5EF4-FFF2-40B4-BE49-F238E27FC236}">
                <a16:creationId xmlns:a16="http://schemas.microsoft.com/office/drawing/2014/main" id="{B4526CF4-AB8B-4A39-85F9-8A60E2B213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6410536"/>
              </p:ext>
            </p:extLst>
          </p:nvPr>
        </p:nvGraphicFramePr>
        <p:xfrm>
          <a:off x="6205172" y="3853377"/>
          <a:ext cx="627911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8199886"/>
                    </a:ext>
                  </a:extLst>
                </a:gridCol>
                <a:gridCol w="211351">
                  <a:extLst>
                    <a:ext uri="{9D8B030D-6E8A-4147-A177-3AD203B41FA5}">
                      <a16:colId xmlns:a16="http://schemas.microsoft.com/office/drawing/2014/main" val="17514387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21447777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H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H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H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H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H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H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7239925A-2BB3-4B99-9B37-9847A7EFAE96}"/>
              </a:ext>
            </a:extLst>
          </p:cNvPr>
          <p:cNvGrpSpPr/>
          <p:nvPr/>
        </p:nvGrpSpPr>
        <p:grpSpPr>
          <a:xfrm>
            <a:off x="7578994" y="2798267"/>
            <a:ext cx="2896172" cy="1589181"/>
            <a:chOff x="7578994" y="2798267"/>
            <a:chExt cx="2896172" cy="15891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9">
                  <a:extLst>
                    <a:ext uri="{FF2B5EF4-FFF2-40B4-BE49-F238E27FC236}">
                      <a16:creationId xmlns:a16="http://schemas.microsoft.com/office/drawing/2014/main" id="{6488EE49-EA15-4123-9885-A3CB74B5C3E5}"/>
                    </a:ext>
                  </a:extLst>
                </p:cNvPr>
                <p:cNvSpPr/>
                <p:nvPr/>
              </p:nvSpPr>
              <p:spPr>
                <a:xfrm>
                  <a:off x="8713075" y="2798267"/>
                  <a:ext cx="520700" cy="5207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HK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HK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HK" dirty="0"/>
                </a:p>
              </p:txBody>
            </p:sp>
          </mc:Choice>
          <mc:Fallback xmlns="">
            <p:sp>
              <p:nvSpPr>
                <p:cNvPr id="5" name="Oval 9">
                  <a:extLst>
                    <a:ext uri="{FF2B5EF4-FFF2-40B4-BE49-F238E27FC236}">
                      <a16:creationId xmlns:a16="http://schemas.microsoft.com/office/drawing/2014/main" id="{6488EE49-EA15-4123-9885-A3CB74B5C3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3075" y="2798267"/>
                  <a:ext cx="520700" cy="520700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A0A5B6A-B9FF-4E32-9E64-083C66DFA775}"/>
                </a:ext>
              </a:extLst>
            </p:cNvPr>
            <p:cNvCxnSpPr>
              <a:cxnSpLocks/>
              <a:stCxn id="5" idx="2"/>
              <a:endCxn id="32" idx="0"/>
            </p:cNvCxnSpPr>
            <p:nvPr/>
          </p:nvCxnSpPr>
          <p:spPr>
            <a:xfrm flipH="1">
              <a:off x="7793906" y="3058617"/>
              <a:ext cx="919169" cy="8349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TextBox 12">
              <a:extLst>
                <a:ext uri="{FF2B5EF4-FFF2-40B4-BE49-F238E27FC236}">
                  <a16:creationId xmlns:a16="http://schemas.microsoft.com/office/drawing/2014/main" id="{DBF2E6C9-335C-41E3-A2B3-7D27964A5A4E}"/>
                </a:ext>
              </a:extLst>
            </p:cNvPr>
            <p:cNvSpPr txBox="1"/>
            <p:nvPr/>
          </p:nvSpPr>
          <p:spPr>
            <a:xfrm>
              <a:off x="8207745" y="3408698"/>
              <a:ext cx="4599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/>
                <a:t>22</a:t>
              </a:r>
            </a:p>
          </p:txBody>
        </p:sp>
        <p:cxnSp>
          <p:nvCxnSpPr>
            <p:cNvPr id="8" name="Straight Arrow Connector 20">
              <a:extLst>
                <a:ext uri="{FF2B5EF4-FFF2-40B4-BE49-F238E27FC236}">
                  <a16:creationId xmlns:a16="http://schemas.microsoft.com/office/drawing/2014/main" id="{C1F207A7-A99F-4431-84E2-FE706C151033}"/>
                </a:ext>
              </a:extLst>
            </p:cNvPr>
            <p:cNvCxnSpPr>
              <a:cxnSpLocks/>
              <a:stCxn id="5" idx="3"/>
              <a:endCxn id="26" idx="0"/>
            </p:cNvCxnSpPr>
            <p:nvPr/>
          </p:nvCxnSpPr>
          <p:spPr>
            <a:xfrm flipH="1">
              <a:off x="8528836" y="3242712"/>
              <a:ext cx="260494" cy="65321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21">
              <a:extLst>
                <a:ext uri="{FF2B5EF4-FFF2-40B4-BE49-F238E27FC236}">
                  <a16:creationId xmlns:a16="http://schemas.microsoft.com/office/drawing/2014/main" id="{3F790CE7-125E-4203-A47E-5AF2D22E8D8D}"/>
                </a:ext>
              </a:extLst>
            </p:cNvPr>
            <p:cNvSpPr txBox="1"/>
            <p:nvPr/>
          </p:nvSpPr>
          <p:spPr>
            <a:xfrm>
              <a:off x="8642070" y="3414580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25</a:t>
              </a:r>
            </a:p>
          </p:txBody>
        </p:sp>
        <p:cxnSp>
          <p:nvCxnSpPr>
            <p:cNvPr id="12" name="Straight Arrow Connector 34">
              <a:extLst>
                <a:ext uri="{FF2B5EF4-FFF2-40B4-BE49-F238E27FC236}">
                  <a16:creationId xmlns:a16="http://schemas.microsoft.com/office/drawing/2014/main" id="{DE3D9608-DF76-4E94-9ECA-865AB983DFCE}"/>
                </a:ext>
              </a:extLst>
            </p:cNvPr>
            <p:cNvCxnSpPr>
              <a:cxnSpLocks/>
              <a:stCxn id="5" idx="5"/>
              <a:endCxn id="27" idx="0"/>
            </p:cNvCxnSpPr>
            <p:nvPr/>
          </p:nvCxnSpPr>
          <p:spPr>
            <a:xfrm>
              <a:off x="9157520" y="3242712"/>
              <a:ext cx="126867" cy="65321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35">
              <a:extLst>
                <a:ext uri="{FF2B5EF4-FFF2-40B4-BE49-F238E27FC236}">
                  <a16:creationId xmlns:a16="http://schemas.microsoft.com/office/drawing/2014/main" id="{173F1800-BDD3-40BB-9D1E-3E1F279DE764}"/>
                </a:ext>
              </a:extLst>
            </p:cNvPr>
            <p:cNvSpPr txBox="1"/>
            <p:nvPr/>
          </p:nvSpPr>
          <p:spPr>
            <a:xfrm>
              <a:off x="9184232" y="3431823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26</a:t>
              </a:r>
            </a:p>
          </p:txBody>
        </p:sp>
        <p:cxnSp>
          <p:nvCxnSpPr>
            <p:cNvPr id="14" name="Straight Arrow Connector 36">
              <a:extLst>
                <a:ext uri="{FF2B5EF4-FFF2-40B4-BE49-F238E27FC236}">
                  <a16:creationId xmlns:a16="http://schemas.microsoft.com/office/drawing/2014/main" id="{8D536A96-3973-4114-86D5-044D4A1F63FB}"/>
                </a:ext>
              </a:extLst>
            </p:cNvPr>
            <p:cNvCxnSpPr>
              <a:cxnSpLocks/>
              <a:stCxn id="5" idx="6"/>
              <a:endCxn id="29" idx="0"/>
            </p:cNvCxnSpPr>
            <p:nvPr/>
          </p:nvCxnSpPr>
          <p:spPr>
            <a:xfrm>
              <a:off x="9233775" y="3058617"/>
              <a:ext cx="779641" cy="8373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37">
              <a:extLst>
                <a:ext uri="{FF2B5EF4-FFF2-40B4-BE49-F238E27FC236}">
                  <a16:creationId xmlns:a16="http://schemas.microsoft.com/office/drawing/2014/main" id="{8B76B1CE-CED2-4EF1-8DCA-8284596CF4DF}"/>
                </a:ext>
              </a:extLst>
            </p:cNvPr>
            <p:cNvSpPr txBox="1"/>
            <p:nvPr/>
          </p:nvSpPr>
          <p:spPr>
            <a:xfrm>
              <a:off x="9714972" y="3414580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27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4" name="Content Placeholder 27">
                  <a:extLst>
                    <a:ext uri="{FF2B5EF4-FFF2-40B4-BE49-F238E27FC236}">
                      <a16:creationId xmlns:a16="http://schemas.microsoft.com/office/drawing/2014/main" id="{E58866C8-5FC0-4C9E-A546-92AB1790616D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523718964"/>
                    </p:ext>
                  </p:extLst>
                </p:nvPr>
              </p:nvGraphicFramePr>
              <p:xfrm>
                <a:off x="8020850" y="3832926"/>
                <a:ext cx="23389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33891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34" name="Content Placeholder 27">
                  <a:extLst>
                    <a:ext uri="{FF2B5EF4-FFF2-40B4-BE49-F238E27FC236}">
                      <a16:creationId xmlns:a16="http://schemas.microsoft.com/office/drawing/2014/main" id="{E58866C8-5FC0-4C9E-A546-92AB1790616D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523718964"/>
                    </p:ext>
                  </p:extLst>
                </p:nvPr>
              </p:nvGraphicFramePr>
              <p:xfrm>
                <a:off x="8020850" y="3832926"/>
                <a:ext cx="23389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33891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5" name="Content Placeholder 27">
                  <a:extLst>
                    <a:ext uri="{FF2B5EF4-FFF2-40B4-BE49-F238E27FC236}">
                      <a16:creationId xmlns:a16="http://schemas.microsoft.com/office/drawing/2014/main" id="{87E189EF-0C8D-41C9-B17A-7D3D0FCBFFF2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536028219"/>
                    </p:ext>
                  </p:extLst>
                </p:nvPr>
              </p:nvGraphicFramePr>
              <p:xfrm>
                <a:off x="8742115" y="3838808"/>
                <a:ext cx="23389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33891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35" name="Content Placeholder 27">
                  <a:extLst>
                    <a:ext uri="{FF2B5EF4-FFF2-40B4-BE49-F238E27FC236}">
                      <a16:creationId xmlns:a16="http://schemas.microsoft.com/office/drawing/2014/main" id="{87E189EF-0C8D-41C9-B17A-7D3D0FCBFFF2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536028219"/>
                    </p:ext>
                  </p:extLst>
                </p:nvPr>
              </p:nvGraphicFramePr>
              <p:xfrm>
                <a:off x="8742115" y="3838808"/>
                <a:ext cx="23389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33891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6" name="Content Placeholder 27">
                  <a:extLst>
                    <a:ext uri="{FF2B5EF4-FFF2-40B4-BE49-F238E27FC236}">
                      <a16:creationId xmlns:a16="http://schemas.microsoft.com/office/drawing/2014/main" id="{C80D8D6B-D209-4B6E-8FAF-77456B6956B8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423862920"/>
                    </p:ext>
                  </p:extLst>
                </p:nvPr>
              </p:nvGraphicFramePr>
              <p:xfrm>
                <a:off x="9491695" y="3832926"/>
                <a:ext cx="23389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33891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36" name="Content Placeholder 27">
                  <a:extLst>
                    <a:ext uri="{FF2B5EF4-FFF2-40B4-BE49-F238E27FC236}">
                      <a16:creationId xmlns:a16="http://schemas.microsoft.com/office/drawing/2014/main" id="{C80D8D6B-D209-4B6E-8FAF-77456B6956B8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423862920"/>
                    </p:ext>
                  </p:extLst>
                </p:nvPr>
              </p:nvGraphicFramePr>
              <p:xfrm>
                <a:off x="9491695" y="3832926"/>
                <a:ext cx="23389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33891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7" name="Content Placeholder 27">
                  <a:extLst>
                    <a:ext uri="{FF2B5EF4-FFF2-40B4-BE49-F238E27FC236}">
                      <a16:creationId xmlns:a16="http://schemas.microsoft.com/office/drawing/2014/main" id="{92EE1141-CDE5-4F6D-9BE4-721FF4C41D9A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549602365"/>
                    </p:ext>
                  </p:extLst>
                </p:nvPr>
              </p:nvGraphicFramePr>
              <p:xfrm>
                <a:off x="10241275" y="3832926"/>
                <a:ext cx="23389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33891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4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37" name="Content Placeholder 27">
                  <a:extLst>
                    <a:ext uri="{FF2B5EF4-FFF2-40B4-BE49-F238E27FC236}">
                      <a16:creationId xmlns:a16="http://schemas.microsoft.com/office/drawing/2014/main" id="{92EE1141-CDE5-4F6D-9BE4-721FF4C41D9A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549602365"/>
                    </p:ext>
                  </p:extLst>
                </p:nvPr>
              </p:nvGraphicFramePr>
              <p:xfrm>
                <a:off x="10241275" y="3832926"/>
                <a:ext cx="23389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33891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4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3">
                  <a:extLst>
                    <a:ext uri="{FF2B5EF4-FFF2-40B4-BE49-F238E27FC236}">
                      <a16:creationId xmlns:a16="http://schemas.microsoft.com/office/drawing/2014/main" id="{910DC94A-9268-4BC8-B716-002B06BA509A}"/>
                    </a:ext>
                  </a:extLst>
                </p:cNvPr>
                <p:cNvSpPr/>
                <p:nvPr/>
              </p:nvSpPr>
              <p:spPr>
                <a:xfrm>
                  <a:off x="8313924" y="3895926"/>
                  <a:ext cx="429824" cy="455805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HK" dirty="0"/>
                          <m:t>_</m:t>
                        </m:r>
                      </m:oMath>
                    </m:oMathPara>
                  </a14:m>
                  <a:endParaRPr lang="en-HK"/>
                </a:p>
              </p:txBody>
            </p:sp>
          </mc:Choice>
          <mc:Fallback xmlns="">
            <p:sp>
              <p:nvSpPr>
                <p:cNvPr id="26" name="Rectangle 23">
                  <a:extLst>
                    <a:ext uri="{FF2B5EF4-FFF2-40B4-BE49-F238E27FC236}">
                      <a16:creationId xmlns:a16="http://schemas.microsoft.com/office/drawing/2014/main" id="{910DC94A-9268-4BC8-B716-002B06BA50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13924" y="3895926"/>
                  <a:ext cx="429824" cy="45580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38">
                  <a:extLst>
                    <a:ext uri="{FF2B5EF4-FFF2-40B4-BE49-F238E27FC236}">
                      <a16:creationId xmlns:a16="http://schemas.microsoft.com/office/drawing/2014/main" id="{DBCABBB5-531B-465D-A39B-FB66319BCC3A}"/>
                    </a:ext>
                  </a:extLst>
                </p:cNvPr>
                <p:cNvSpPr/>
                <p:nvPr/>
              </p:nvSpPr>
              <p:spPr>
                <a:xfrm>
                  <a:off x="9071047" y="3895926"/>
                  <a:ext cx="426680" cy="455805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HK" dirty="0"/>
                          <m:t>_</m:t>
                        </m:r>
                      </m:oMath>
                    </m:oMathPara>
                  </a14:m>
                  <a:endParaRPr lang="en-HK"/>
                </a:p>
              </p:txBody>
            </p:sp>
          </mc:Choice>
          <mc:Fallback xmlns="">
            <p:sp>
              <p:nvSpPr>
                <p:cNvPr id="27" name="Rectangle 38">
                  <a:extLst>
                    <a:ext uri="{FF2B5EF4-FFF2-40B4-BE49-F238E27FC236}">
                      <a16:creationId xmlns:a16="http://schemas.microsoft.com/office/drawing/2014/main" id="{DBCABBB5-531B-465D-A39B-FB66319BCC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71047" y="3895926"/>
                  <a:ext cx="426680" cy="45580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39">
                  <a:extLst>
                    <a:ext uri="{FF2B5EF4-FFF2-40B4-BE49-F238E27FC236}">
                      <a16:creationId xmlns:a16="http://schemas.microsoft.com/office/drawing/2014/main" id="{37A9F064-0B60-4936-89F5-790A45DA328D}"/>
                    </a:ext>
                  </a:extLst>
                </p:cNvPr>
                <p:cNvSpPr/>
                <p:nvPr/>
              </p:nvSpPr>
              <p:spPr>
                <a:xfrm>
                  <a:off x="9798504" y="3895926"/>
                  <a:ext cx="429824" cy="455805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HK" dirty="0"/>
                          <m:t>_</m:t>
                        </m:r>
                      </m:oMath>
                    </m:oMathPara>
                  </a14:m>
                  <a:endParaRPr lang="en-HK"/>
                </a:p>
              </p:txBody>
            </p:sp>
          </mc:Choice>
          <mc:Fallback xmlns="">
            <p:sp>
              <p:nvSpPr>
                <p:cNvPr id="29" name="Rectangle 39">
                  <a:extLst>
                    <a:ext uri="{FF2B5EF4-FFF2-40B4-BE49-F238E27FC236}">
                      <a16:creationId xmlns:a16="http://schemas.microsoft.com/office/drawing/2014/main" id="{37A9F064-0B60-4936-89F5-790A45DA328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8504" y="3895926"/>
                  <a:ext cx="429824" cy="45580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Rectangle 23">
              <a:extLst>
                <a:ext uri="{FF2B5EF4-FFF2-40B4-BE49-F238E27FC236}">
                  <a16:creationId xmlns:a16="http://schemas.microsoft.com/office/drawing/2014/main" id="{40288F68-BE58-4A06-80A2-028DACF4D5DE}"/>
                </a:ext>
              </a:extLst>
            </p:cNvPr>
            <p:cNvSpPr/>
            <p:nvPr/>
          </p:nvSpPr>
          <p:spPr>
            <a:xfrm>
              <a:off x="7578994" y="3893583"/>
              <a:ext cx="429824" cy="4558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HK"/>
                <a:t>_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8">
                <a:extLst>
                  <a:ext uri="{FF2B5EF4-FFF2-40B4-BE49-F238E27FC236}">
                    <a16:creationId xmlns:a16="http://schemas.microsoft.com/office/drawing/2014/main" id="{BF042CDD-F7BE-45A0-BE3D-77987D5B159F}"/>
                  </a:ext>
                </a:extLst>
              </p:cNvPr>
              <p:cNvSpPr/>
              <p:nvPr/>
            </p:nvSpPr>
            <p:spPr>
              <a:xfrm>
                <a:off x="4838008" y="3899795"/>
                <a:ext cx="426680" cy="45580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HK"/>
              </a:p>
            </p:txBody>
          </p:sp>
        </mc:Choice>
        <mc:Fallback xmlns="">
          <p:sp>
            <p:nvSpPr>
              <p:cNvPr id="33" name="Rectangle 38">
                <a:extLst>
                  <a:ext uri="{FF2B5EF4-FFF2-40B4-BE49-F238E27FC236}">
                    <a16:creationId xmlns:a16="http://schemas.microsoft.com/office/drawing/2014/main" id="{BF042CDD-F7BE-45A0-BE3D-77987D5B15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8008" y="3899795"/>
                <a:ext cx="426680" cy="45580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9">
                <a:extLst>
                  <a:ext uri="{FF2B5EF4-FFF2-40B4-BE49-F238E27FC236}">
                    <a16:creationId xmlns:a16="http://schemas.microsoft.com/office/drawing/2014/main" id="{4379A02C-F99A-4492-A3FF-D0E9EC4D2BA2}"/>
                  </a:ext>
                </a:extLst>
              </p:cNvPr>
              <p:cNvSpPr/>
              <p:nvPr/>
            </p:nvSpPr>
            <p:spPr>
              <a:xfrm>
                <a:off x="5772777" y="3895926"/>
                <a:ext cx="429824" cy="45580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HK"/>
              </a:p>
            </p:txBody>
          </p:sp>
        </mc:Choice>
        <mc:Fallback xmlns="">
          <p:sp>
            <p:nvSpPr>
              <p:cNvPr id="38" name="Rectangle 39">
                <a:extLst>
                  <a:ext uri="{FF2B5EF4-FFF2-40B4-BE49-F238E27FC236}">
                    <a16:creationId xmlns:a16="http://schemas.microsoft.com/office/drawing/2014/main" id="{4379A02C-F99A-4492-A3FF-D0E9EC4D2B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777" y="3895926"/>
                <a:ext cx="429824" cy="45580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2B025F-46F8-45A3-ACE6-238F9D449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3F53DAC-00D6-4A22-94F1-516C9FDDFF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781452"/>
              </p:ext>
            </p:extLst>
          </p:nvPr>
        </p:nvGraphicFramePr>
        <p:xfrm>
          <a:off x="6206025" y="3854242"/>
          <a:ext cx="20828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249926921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HK" sz="12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5250133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HK" sz="12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5507731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74A2A5AC-DD32-4CC0-A679-F5A6BB269CDC}"/>
              </a:ext>
            </a:extLst>
          </p:cNvPr>
          <p:cNvGrpSpPr/>
          <p:nvPr/>
        </p:nvGrpSpPr>
        <p:grpSpPr>
          <a:xfrm>
            <a:off x="4479720" y="4575464"/>
            <a:ext cx="5681008" cy="369332"/>
            <a:chOff x="4479720" y="4713779"/>
            <a:chExt cx="5681008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F121077-38FE-4596-8FDF-352F63809335}"/>
                </a:ext>
              </a:extLst>
            </p:cNvPr>
            <p:cNvSpPr txBox="1"/>
            <p:nvPr/>
          </p:nvSpPr>
          <p:spPr>
            <a:xfrm>
              <a:off x="4479720" y="4713779"/>
              <a:ext cx="22878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error</a:t>
              </a:r>
              <a:r>
                <a:rPr lang="zh-TW" altLang="en-US"/>
                <a:t> </a:t>
              </a:r>
              <a:r>
                <a:rPr lang="en-US" altLang="zh-TW"/>
                <a:t>rate = _______</a:t>
              </a:r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A981176-7178-445F-BF46-97395DCABC54}"/>
                </a:ext>
              </a:extLst>
            </p:cNvPr>
            <p:cNvSpPr txBox="1"/>
            <p:nvPr/>
          </p:nvSpPr>
          <p:spPr>
            <a:xfrm>
              <a:off x="7872922" y="4713779"/>
              <a:ext cx="22878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error</a:t>
              </a:r>
              <a:r>
                <a:rPr lang="zh-TW" altLang="en-US"/>
                <a:t> </a:t>
              </a:r>
              <a:r>
                <a:rPr lang="en-US" altLang="zh-TW"/>
                <a:t>rate = _______</a:t>
              </a:r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HighlightTextShape201712102315278110">
                <a:extLst>
                  <a:ext uri="{FF2B5EF4-FFF2-40B4-BE49-F238E27FC236}">
                    <a16:creationId xmlns:a16="http://schemas.microsoft.com/office/drawing/2014/main" id="{FF0EF0A7-622B-419C-962E-39061B13DCF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1491" y="2070101"/>
                <a:ext cx="9833906" cy="624126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tabLst>
                    <a:tab pos="4572000" algn="l"/>
                    <a:tab pos="5022850" algn="l"/>
                    <a:tab pos="5473700" algn="l"/>
                  </a:tabLst>
                </a:pPr>
                <a:r>
                  <a:rPr lang="en-HK" dirty="0"/>
                  <a:t>A decision stump is a decision tree with depth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HK" dirty="0"/>
                  <a:t>1.</a:t>
                </a:r>
              </a:p>
            </p:txBody>
          </p:sp>
        </mc:Choice>
        <mc:Fallback xmlns="">
          <p:sp>
            <p:nvSpPr>
              <p:cNvPr id="43" name="HighlightTextShape201712102315278110">
                <a:extLst>
                  <a:ext uri="{FF2B5EF4-FFF2-40B4-BE49-F238E27FC236}">
                    <a16:creationId xmlns:a16="http://schemas.microsoft.com/office/drawing/2014/main" id="{FF0EF0A7-622B-419C-962E-39061B13D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491" y="2070101"/>
                <a:ext cx="9833906" cy="624126"/>
              </a:xfrm>
              <a:prstGeom prst="rect">
                <a:avLst/>
              </a:prstGeom>
              <a:blipFill>
                <a:blip r:embed="rId11"/>
                <a:stretch>
                  <a:fillRect l="-434" t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HighlightTextShape201712102315278110">
                <a:extLst>
                  <a:ext uri="{FF2B5EF4-FFF2-40B4-BE49-F238E27FC236}">
                    <a16:creationId xmlns:a16="http://schemas.microsoft.com/office/drawing/2014/main" id="{4F5D6474-4280-4A60-BB74-2622BDA1CDB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79047" y="4953001"/>
                <a:ext cx="9833906" cy="1124955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HK" dirty="0"/>
                  <a:t>Choose a splitting attribute.</a:t>
                </a:r>
              </a:p>
              <a:p>
                <a:r>
                  <a:rPr lang="en-HK" dirty="0"/>
                  <a:t>Use majority voting to determine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>
                        <a:latin typeface="Cambria Math" panose="02040503050406030204" pitchFamily="18" charset="0"/>
                      </a:rPr>
                      <m:t>class</m:t>
                    </m:r>
                    <m:r>
                      <a:rPr lang="en-HK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HK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HK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HK" dirty="0"/>
                  <a:t>.</a:t>
                </a:r>
              </a:p>
              <a:p>
                <a:r>
                  <a:rPr lang="en-HK" dirty="0"/>
                  <a:t>Which decision stump is better? </a:t>
                </a:r>
                <a:r>
                  <a:rPr lang="en-HK" u="sng" dirty="0"/>
                  <a:t>Left/right</a:t>
                </a:r>
                <a:r>
                  <a:rPr lang="en-HK" dirty="0"/>
                  <a:t> because of ____________________________.</a:t>
                </a:r>
              </a:p>
            </p:txBody>
          </p:sp>
        </mc:Choice>
        <mc:Fallback xmlns="">
          <p:sp>
            <p:nvSpPr>
              <p:cNvPr id="44" name="HighlightTextShape201712102315278110">
                <a:extLst>
                  <a:ext uri="{FF2B5EF4-FFF2-40B4-BE49-F238E27FC236}">
                    <a16:creationId xmlns:a16="http://schemas.microsoft.com/office/drawing/2014/main" id="{4F5D6474-4280-4A60-BB74-2622BDA1C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47" y="4953001"/>
                <a:ext cx="9833906" cy="1124955"/>
              </a:xfrm>
              <a:prstGeom prst="rect">
                <a:avLst/>
              </a:prstGeom>
              <a:blipFill>
                <a:blip r:embed="rId12"/>
                <a:stretch>
                  <a:fillRect l="-434" t="-5978" b="-4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1165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774 0.00509 L -0.02774 0.00509 " pathEditMode="relative" rAng="0" ptsTypes="AA">
                                      <p:cBhvr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774 0.00509 L -0.02774 0.00509 " pathEditMode="relative" rAng="0" ptsTypes="AA">
                                      <p:cBhvr>
                                        <p:cTn id="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774 0.00509 L -4.375E-6 -3.7037E-6 " pathEditMode="relative" rAng="0" ptsTypes="AA">
                                      <p:cBhvr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774 0.00509 L -4.375E-6 -3.7037E-6 " pathEditMode="relative" rAng="0" ptsTypes="AA">
                                      <p:cBhvr>
                                        <p:cTn id="5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3" grpId="0" animBg="1"/>
      <p:bldP spid="3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4">
                <a:extLst>
                  <a:ext uri="{FF2B5EF4-FFF2-40B4-BE49-F238E27FC236}">
                    <a16:creationId xmlns:a16="http://schemas.microsoft.com/office/drawing/2014/main" id="{7AD51A39-38E9-4BF8-8517-F8B1D4D2742F}"/>
                  </a:ext>
                </a:extLst>
              </p:cNvPr>
              <p:cNvSpPr/>
              <p:nvPr/>
            </p:nvSpPr>
            <p:spPr>
              <a:xfrm>
                <a:off x="1829481" y="2719390"/>
                <a:ext cx="1785258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HK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HK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HK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HK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HK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HK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HK" i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endParaRPr lang="en-HK" dirty="0"/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1.	0	25	0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2.	1	26	0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3.	1	22	1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4.	1	27	1</a:t>
                </a:r>
              </a:p>
            </p:txBody>
          </p:sp>
        </mc:Choice>
        <mc:Fallback xmlns="">
          <p:sp>
            <p:nvSpPr>
              <p:cNvPr id="4" name="Rectangle 4">
                <a:extLst>
                  <a:ext uri="{FF2B5EF4-FFF2-40B4-BE49-F238E27FC236}">
                    <a16:creationId xmlns:a16="http://schemas.microsoft.com/office/drawing/2014/main" id="{7AD51A39-38E9-4BF8-8517-F8B1D4D274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481" y="2719390"/>
                <a:ext cx="1785258" cy="1477328"/>
              </a:xfrm>
              <a:prstGeom prst="rect">
                <a:avLst/>
              </a:prstGeom>
              <a:blipFill>
                <a:blip r:embed="rId2"/>
                <a:stretch>
                  <a:fillRect l="-2837" b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val 9">
                <a:extLst>
                  <a:ext uri="{FF2B5EF4-FFF2-40B4-BE49-F238E27FC236}">
                    <a16:creationId xmlns:a16="http://schemas.microsoft.com/office/drawing/2014/main" id="{EC42353E-8285-4910-98CB-7A67D3553A93}"/>
                  </a:ext>
                </a:extLst>
              </p:cNvPr>
              <p:cNvSpPr/>
              <p:nvPr/>
            </p:nvSpPr>
            <p:spPr>
              <a:xfrm>
                <a:off x="4247265" y="2813510"/>
                <a:ext cx="1524720" cy="5207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H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HK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HK" dirty="0"/>
                  <a:t>&gt;23.5</a:t>
                </a:r>
              </a:p>
            </p:txBody>
          </p:sp>
        </mc:Choice>
        <mc:Fallback xmlns="">
          <p:sp>
            <p:nvSpPr>
              <p:cNvPr id="47" name="Oval 9">
                <a:extLst>
                  <a:ext uri="{FF2B5EF4-FFF2-40B4-BE49-F238E27FC236}">
                    <a16:creationId xmlns:a16="http://schemas.microsoft.com/office/drawing/2014/main" id="{EC42353E-8285-4910-98CB-7A67D3553A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7265" y="2813510"/>
                <a:ext cx="1524720" cy="520700"/>
              </a:xfrm>
              <a:prstGeom prst="ellipse">
                <a:avLst/>
              </a:prstGeom>
              <a:blipFill>
                <a:blip r:embed="rId3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20">
            <a:extLst>
              <a:ext uri="{FF2B5EF4-FFF2-40B4-BE49-F238E27FC236}">
                <a16:creationId xmlns:a16="http://schemas.microsoft.com/office/drawing/2014/main" id="{5B51F545-EE6B-4000-90BA-16DF09350D8F}"/>
              </a:ext>
            </a:extLst>
          </p:cNvPr>
          <p:cNvCxnSpPr>
            <a:cxnSpLocks/>
            <a:stCxn id="47" idx="3"/>
            <a:endCxn id="50" idx="0"/>
          </p:cNvCxnSpPr>
          <p:nvPr/>
        </p:nvCxnSpPr>
        <p:spPr>
          <a:xfrm flipH="1">
            <a:off x="4462177" y="3257955"/>
            <a:ext cx="8378" cy="6354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TextBox 21">
            <a:extLst>
              <a:ext uri="{FF2B5EF4-FFF2-40B4-BE49-F238E27FC236}">
                <a16:creationId xmlns:a16="http://schemas.microsoft.com/office/drawing/2014/main" id="{AD38254F-89F9-460D-8040-7143D1B98B66}"/>
              </a:ext>
            </a:extLst>
          </p:cNvPr>
          <p:cNvSpPr txBox="1"/>
          <p:nvPr/>
        </p:nvSpPr>
        <p:spPr>
          <a:xfrm>
            <a:off x="4451173" y="3429823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23">
                <a:extLst>
                  <a:ext uri="{FF2B5EF4-FFF2-40B4-BE49-F238E27FC236}">
                    <a16:creationId xmlns:a16="http://schemas.microsoft.com/office/drawing/2014/main" id="{5BA26770-7849-4149-8002-895F90D6F6A4}"/>
                  </a:ext>
                </a:extLst>
              </p:cNvPr>
              <p:cNvSpPr/>
              <p:nvPr/>
            </p:nvSpPr>
            <p:spPr>
              <a:xfrm>
                <a:off x="4247265" y="3893429"/>
                <a:ext cx="429824" cy="44840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HK"/>
              </a:p>
            </p:txBody>
          </p:sp>
        </mc:Choice>
        <mc:Fallback xmlns="">
          <p:sp>
            <p:nvSpPr>
              <p:cNvPr id="50" name="Rectangle 23">
                <a:extLst>
                  <a:ext uri="{FF2B5EF4-FFF2-40B4-BE49-F238E27FC236}">
                    <a16:creationId xmlns:a16="http://schemas.microsoft.com/office/drawing/2014/main" id="{5BA26770-7849-4149-8002-895F90D6F6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7265" y="3893429"/>
                <a:ext cx="429824" cy="4484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34">
            <a:extLst>
              <a:ext uri="{FF2B5EF4-FFF2-40B4-BE49-F238E27FC236}">
                <a16:creationId xmlns:a16="http://schemas.microsoft.com/office/drawing/2014/main" id="{0C0263E7-210D-4D53-8194-938B8D047711}"/>
              </a:ext>
            </a:extLst>
          </p:cNvPr>
          <p:cNvCxnSpPr>
            <a:cxnSpLocks/>
            <a:stCxn id="47" idx="5"/>
            <a:endCxn id="53" idx="0"/>
          </p:cNvCxnSpPr>
          <p:nvPr/>
        </p:nvCxnSpPr>
        <p:spPr>
          <a:xfrm>
            <a:off x="5548695" y="3257955"/>
            <a:ext cx="11849" cy="635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35">
            <a:extLst>
              <a:ext uri="{FF2B5EF4-FFF2-40B4-BE49-F238E27FC236}">
                <a16:creationId xmlns:a16="http://schemas.microsoft.com/office/drawing/2014/main" id="{99F66B94-9193-4091-BFDD-931B4772BE4D}"/>
              </a:ext>
            </a:extLst>
          </p:cNvPr>
          <p:cNvSpPr txBox="1"/>
          <p:nvPr/>
        </p:nvSpPr>
        <p:spPr>
          <a:xfrm>
            <a:off x="5551412" y="344706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38">
                <a:extLst>
                  <a:ext uri="{FF2B5EF4-FFF2-40B4-BE49-F238E27FC236}">
                    <a16:creationId xmlns:a16="http://schemas.microsoft.com/office/drawing/2014/main" id="{F37A8C86-04B2-4802-A4BE-DCE8EA445AA7}"/>
                  </a:ext>
                </a:extLst>
              </p:cNvPr>
              <p:cNvSpPr/>
              <p:nvPr/>
            </p:nvSpPr>
            <p:spPr>
              <a:xfrm>
                <a:off x="5347204" y="3893428"/>
                <a:ext cx="426680" cy="45580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HK"/>
              </a:p>
            </p:txBody>
          </p:sp>
        </mc:Choice>
        <mc:Fallback xmlns="">
          <p:sp>
            <p:nvSpPr>
              <p:cNvPr id="53" name="Rectangle 38">
                <a:extLst>
                  <a:ext uri="{FF2B5EF4-FFF2-40B4-BE49-F238E27FC236}">
                    <a16:creationId xmlns:a16="http://schemas.microsoft.com/office/drawing/2014/main" id="{F37A8C86-04B2-4802-A4BE-DCE8EA445A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7204" y="3893428"/>
                <a:ext cx="426680" cy="4558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4" name="Content Placeholder 27">
            <a:extLst>
              <a:ext uri="{FF2B5EF4-FFF2-40B4-BE49-F238E27FC236}">
                <a16:creationId xmlns:a16="http://schemas.microsoft.com/office/drawing/2014/main" id="{943DF024-3F5D-4537-BF95-B29612977660}"/>
              </a:ext>
            </a:extLst>
          </p:cNvPr>
          <p:cNvGraphicFramePr>
            <a:graphicFrameLocks/>
          </p:cNvGraphicFramePr>
          <p:nvPr/>
        </p:nvGraphicFramePr>
        <p:xfrm>
          <a:off x="4677089" y="3874713"/>
          <a:ext cx="233891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891">
                  <a:extLst>
                    <a:ext uri="{9D8B030D-6E8A-4147-A177-3AD203B41FA5}">
                      <a16:colId xmlns:a16="http://schemas.microsoft.com/office/drawing/2014/main" val="1616932205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p:graphicFrame>
        <p:nvGraphicFramePr>
          <p:cNvPr id="55" name="Content Placeholder 27">
            <a:extLst>
              <a:ext uri="{FF2B5EF4-FFF2-40B4-BE49-F238E27FC236}">
                <a16:creationId xmlns:a16="http://schemas.microsoft.com/office/drawing/2014/main" id="{B7072387-D8F7-4B18-95A4-3A59F57DE7A7}"/>
              </a:ext>
            </a:extLst>
          </p:cNvPr>
          <p:cNvGraphicFramePr>
            <a:graphicFrameLocks/>
          </p:cNvGraphicFramePr>
          <p:nvPr/>
        </p:nvGraphicFramePr>
        <p:xfrm>
          <a:off x="5784198" y="3853377"/>
          <a:ext cx="634856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8199886"/>
                    </a:ext>
                  </a:extLst>
                </a:gridCol>
                <a:gridCol w="218296">
                  <a:extLst>
                    <a:ext uri="{9D8B030D-6E8A-4147-A177-3AD203B41FA5}">
                      <a16:colId xmlns:a16="http://schemas.microsoft.com/office/drawing/2014/main" val="17514387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21447777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val 9">
                <a:extLst>
                  <a:ext uri="{FF2B5EF4-FFF2-40B4-BE49-F238E27FC236}">
                    <a16:creationId xmlns:a16="http://schemas.microsoft.com/office/drawing/2014/main" id="{74AC76CB-F21C-4CA6-9BFF-B2794856E694}"/>
                  </a:ext>
                </a:extLst>
              </p:cNvPr>
              <p:cNvSpPr/>
              <p:nvPr/>
            </p:nvSpPr>
            <p:spPr>
              <a:xfrm>
                <a:off x="6790044" y="2813510"/>
                <a:ext cx="1524720" cy="5207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H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HK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HK" dirty="0"/>
                  <a:t>&gt;25.5</a:t>
                </a:r>
              </a:p>
            </p:txBody>
          </p:sp>
        </mc:Choice>
        <mc:Fallback xmlns="">
          <p:sp>
            <p:nvSpPr>
              <p:cNvPr id="56" name="Oval 9">
                <a:extLst>
                  <a:ext uri="{FF2B5EF4-FFF2-40B4-BE49-F238E27FC236}">
                    <a16:creationId xmlns:a16="http://schemas.microsoft.com/office/drawing/2014/main" id="{74AC76CB-F21C-4CA6-9BFF-B2794856E6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044" y="2813510"/>
                <a:ext cx="1524720" cy="520700"/>
              </a:xfrm>
              <a:prstGeom prst="ellipse">
                <a:avLst/>
              </a:prstGeom>
              <a:blipFill>
                <a:blip r:embed="rId6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20">
            <a:extLst>
              <a:ext uri="{FF2B5EF4-FFF2-40B4-BE49-F238E27FC236}">
                <a16:creationId xmlns:a16="http://schemas.microsoft.com/office/drawing/2014/main" id="{F1C123F3-2225-4958-9FC6-AFF0B700BCCA}"/>
              </a:ext>
            </a:extLst>
          </p:cNvPr>
          <p:cNvCxnSpPr>
            <a:cxnSpLocks/>
            <a:stCxn id="56" idx="3"/>
            <a:endCxn id="59" idx="0"/>
          </p:cNvCxnSpPr>
          <p:nvPr/>
        </p:nvCxnSpPr>
        <p:spPr>
          <a:xfrm flipH="1">
            <a:off x="7004956" y="3257955"/>
            <a:ext cx="8378" cy="6354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TextBox 21">
            <a:extLst>
              <a:ext uri="{FF2B5EF4-FFF2-40B4-BE49-F238E27FC236}">
                <a16:creationId xmlns:a16="http://schemas.microsoft.com/office/drawing/2014/main" id="{E450E516-0325-4EA3-9366-AE3EC7D91C36}"/>
              </a:ext>
            </a:extLst>
          </p:cNvPr>
          <p:cNvSpPr txBox="1"/>
          <p:nvPr/>
        </p:nvSpPr>
        <p:spPr>
          <a:xfrm>
            <a:off x="6993952" y="3429823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23">
                <a:extLst>
                  <a:ext uri="{FF2B5EF4-FFF2-40B4-BE49-F238E27FC236}">
                    <a16:creationId xmlns:a16="http://schemas.microsoft.com/office/drawing/2014/main" id="{31203FC4-88FC-4E68-8BF6-04C3A5585EE2}"/>
                  </a:ext>
                </a:extLst>
              </p:cNvPr>
              <p:cNvSpPr/>
              <p:nvPr/>
            </p:nvSpPr>
            <p:spPr>
              <a:xfrm>
                <a:off x="6790044" y="3893429"/>
                <a:ext cx="429824" cy="44840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HK"/>
              </a:p>
            </p:txBody>
          </p:sp>
        </mc:Choice>
        <mc:Fallback xmlns="">
          <p:sp>
            <p:nvSpPr>
              <p:cNvPr id="59" name="Rectangle 23">
                <a:extLst>
                  <a:ext uri="{FF2B5EF4-FFF2-40B4-BE49-F238E27FC236}">
                    <a16:creationId xmlns:a16="http://schemas.microsoft.com/office/drawing/2014/main" id="{31203FC4-88FC-4E68-8BF6-04C3A5585E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044" y="3893429"/>
                <a:ext cx="429824" cy="4484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34">
            <a:extLst>
              <a:ext uri="{FF2B5EF4-FFF2-40B4-BE49-F238E27FC236}">
                <a16:creationId xmlns:a16="http://schemas.microsoft.com/office/drawing/2014/main" id="{C7FA3887-9269-48F1-956F-C4E6A670C6FA}"/>
              </a:ext>
            </a:extLst>
          </p:cNvPr>
          <p:cNvCxnSpPr>
            <a:cxnSpLocks/>
            <a:stCxn id="56" idx="5"/>
            <a:endCxn id="62" idx="0"/>
          </p:cNvCxnSpPr>
          <p:nvPr/>
        </p:nvCxnSpPr>
        <p:spPr>
          <a:xfrm>
            <a:off x="8091474" y="3257955"/>
            <a:ext cx="11849" cy="635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TextBox 35">
            <a:extLst>
              <a:ext uri="{FF2B5EF4-FFF2-40B4-BE49-F238E27FC236}">
                <a16:creationId xmlns:a16="http://schemas.microsoft.com/office/drawing/2014/main" id="{F93A7CC8-1D41-4B78-AA72-3AECEE70D648}"/>
              </a:ext>
            </a:extLst>
          </p:cNvPr>
          <p:cNvSpPr txBox="1"/>
          <p:nvPr/>
        </p:nvSpPr>
        <p:spPr>
          <a:xfrm>
            <a:off x="8094191" y="344706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38">
                <a:extLst>
                  <a:ext uri="{FF2B5EF4-FFF2-40B4-BE49-F238E27FC236}">
                    <a16:creationId xmlns:a16="http://schemas.microsoft.com/office/drawing/2014/main" id="{9236391E-7F69-468D-8CA1-A4ECAF8C414B}"/>
                  </a:ext>
                </a:extLst>
              </p:cNvPr>
              <p:cNvSpPr/>
              <p:nvPr/>
            </p:nvSpPr>
            <p:spPr>
              <a:xfrm>
                <a:off x="7889983" y="3893428"/>
                <a:ext cx="426680" cy="45580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HK"/>
              </a:p>
            </p:txBody>
          </p:sp>
        </mc:Choice>
        <mc:Fallback xmlns="">
          <p:sp>
            <p:nvSpPr>
              <p:cNvPr id="62" name="Rectangle 38">
                <a:extLst>
                  <a:ext uri="{FF2B5EF4-FFF2-40B4-BE49-F238E27FC236}">
                    <a16:creationId xmlns:a16="http://schemas.microsoft.com/office/drawing/2014/main" id="{9236391E-7F69-468D-8CA1-A4ECAF8C41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983" y="3893428"/>
                <a:ext cx="426680" cy="4558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4" name="Content Placeholder 27">
            <a:extLst>
              <a:ext uri="{FF2B5EF4-FFF2-40B4-BE49-F238E27FC236}">
                <a16:creationId xmlns:a16="http://schemas.microsoft.com/office/drawing/2014/main" id="{E827266C-B1D3-41B6-986E-345D2B0EC028}"/>
              </a:ext>
            </a:extLst>
          </p:cNvPr>
          <p:cNvGraphicFramePr>
            <a:graphicFrameLocks/>
          </p:cNvGraphicFramePr>
          <p:nvPr/>
        </p:nvGraphicFramePr>
        <p:xfrm>
          <a:off x="8326977" y="3853377"/>
          <a:ext cx="41656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81998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21447777"/>
                    </a:ext>
                  </a:extLst>
                </a:gridCol>
              </a:tblGrid>
              <a:tr h="123628">
                <a:tc>
                  <a:txBody>
                    <a:bodyPr/>
                    <a:lstStyle/>
                    <a:p>
                      <a:r>
                        <a:rPr lang="en-HK" sz="120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p:graphicFrame>
        <p:nvGraphicFramePr>
          <p:cNvPr id="65" name="Content Placeholder 27">
            <a:extLst>
              <a:ext uri="{FF2B5EF4-FFF2-40B4-BE49-F238E27FC236}">
                <a16:creationId xmlns:a16="http://schemas.microsoft.com/office/drawing/2014/main" id="{6293D34D-277B-4D37-8C0D-175598019474}"/>
              </a:ext>
            </a:extLst>
          </p:cNvPr>
          <p:cNvGraphicFramePr>
            <a:graphicFrameLocks/>
          </p:cNvGraphicFramePr>
          <p:nvPr/>
        </p:nvGraphicFramePr>
        <p:xfrm>
          <a:off x="7229466" y="3874713"/>
          <a:ext cx="41656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81998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21447777"/>
                    </a:ext>
                  </a:extLst>
                </a:gridCol>
              </a:tblGrid>
              <a:tr h="123628"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6" name="Oval 9">
                <a:extLst>
                  <a:ext uri="{FF2B5EF4-FFF2-40B4-BE49-F238E27FC236}">
                    <a16:creationId xmlns:a16="http://schemas.microsoft.com/office/drawing/2014/main" id="{F96F3629-9DAE-4968-9664-445FC567D09E}"/>
                  </a:ext>
                </a:extLst>
              </p:cNvPr>
              <p:cNvSpPr/>
              <p:nvPr/>
            </p:nvSpPr>
            <p:spPr>
              <a:xfrm>
                <a:off x="9057592" y="2813510"/>
                <a:ext cx="1524720" cy="5207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H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HK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HK" dirty="0"/>
                  <a:t>&gt;26.5</a:t>
                </a:r>
              </a:p>
            </p:txBody>
          </p:sp>
        </mc:Choice>
        <mc:Fallback xmlns="">
          <p:sp>
            <p:nvSpPr>
              <p:cNvPr id="66" name="Oval 9">
                <a:extLst>
                  <a:ext uri="{FF2B5EF4-FFF2-40B4-BE49-F238E27FC236}">
                    <a16:creationId xmlns:a16="http://schemas.microsoft.com/office/drawing/2014/main" id="{F96F3629-9DAE-4968-9664-445FC567D0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7592" y="2813510"/>
                <a:ext cx="1524720" cy="520700"/>
              </a:xfrm>
              <a:prstGeom prst="ellipse">
                <a:avLst/>
              </a:prstGeom>
              <a:blipFill>
                <a:blip r:embed="rId8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20">
            <a:extLst>
              <a:ext uri="{FF2B5EF4-FFF2-40B4-BE49-F238E27FC236}">
                <a16:creationId xmlns:a16="http://schemas.microsoft.com/office/drawing/2014/main" id="{5D65F45F-2CE7-4188-9C6F-2C6A89B361CF}"/>
              </a:ext>
            </a:extLst>
          </p:cNvPr>
          <p:cNvCxnSpPr>
            <a:cxnSpLocks/>
            <a:stCxn id="66" idx="3"/>
            <a:endCxn id="69" idx="0"/>
          </p:cNvCxnSpPr>
          <p:nvPr/>
        </p:nvCxnSpPr>
        <p:spPr>
          <a:xfrm flipH="1">
            <a:off x="9272504" y="3257955"/>
            <a:ext cx="8378" cy="6354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TextBox 21">
            <a:extLst>
              <a:ext uri="{FF2B5EF4-FFF2-40B4-BE49-F238E27FC236}">
                <a16:creationId xmlns:a16="http://schemas.microsoft.com/office/drawing/2014/main" id="{146A9662-B77E-4B58-B2DA-7FDA79B10273}"/>
              </a:ext>
            </a:extLst>
          </p:cNvPr>
          <p:cNvSpPr txBox="1"/>
          <p:nvPr/>
        </p:nvSpPr>
        <p:spPr>
          <a:xfrm>
            <a:off x="9261500" y="3429823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23">
                <a:extLst>
                  <a:ext uri="{FF2B5EF4-FFF2-40B4-BE49-F238E27FC236}">
                    <a16:creationId xmlns:a16="http://schemas.microsoft.com/office/drawing/2014/main" id="{41AAF54F-C716-4478-9005-9874575D369C}"/>
                  </a:ext>
                </a:extLst>
              </p:cNvPr>
              <p:cNvSpPr/>
              <p:nvPr/>
            </p:nvSpPr>
            <p:spPr>
              <a:xfrm>
                <a:off x="9057592" y="3893429"/>
                <a:ext cx="429824" cy="44840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HK"/>
              </a:p>
            </p:txBody>
          </p:sp>
        </mc:Choice>
        <mc:Fallback xmlns="">
          <p:sp>
            <p:nvSpPr>
              <p:cNvPr id="69" name="Rectangle 23">
                <a:extLst>
                  <a:ext uri="{FF2B5EF4-FFF2-40B4-BE49-F238E27FC236}">
                    <a16:creationId xmlns:a16="http://schemas.microsoft.com/office/drawing/2014/main" id="{41AAF54F-C716-4478-9005-9874575D36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7592" y="3893429"/>
                <a:ext cx="429824" cy="4484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Arrow Connector 34">
            <a:extLst>
              <a:ext uri="{FF2B5EF4-FFF2-40B4-BE49-F238E27FC236}">
                <a16:creationId xmlns:a16="http://schemas.microsoft.com/office/drawing/2014/main" id="{D0C62D5B-DB83-4BEF-996B-E45EB7F487EF}"/>
              </a:ext>
            </a:extLst>
          </p:cNvPr>
          <p:cNvCxnSpPr>
            <a:cxnSpLocks/>
            <a:stCxn id="66" idx="5"/>
            <a:endCxn id="72" idx="0"/>
          </p:cNvCxnSpPr>
          <p:nvPr/>
        </p:nvCxnSpPr>
        <p:spPr>
          <a:xfrm>
            <a:off x="10359022" y="3257955"/>
            <a:ext cx="11849" cy="635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TextBox 35">
            <a:extLst>
              <a:ext uri="{FF2B5EF4-FFF2-40B4-BE49-F238E27FC236}">
                <a16:creationId xmlns:a16="http://schemas.microsoft.com/office/drawing/2014/main" id="{2586C8E0-85CE-437A-ACFE-CA1327C9E408}"/>
              </a:ext>
            </a:extLst>
          </p:cNvPr>
          <p:cNvSpPr txBox="1"/>
          <p:nvPr/>
        </p:nvSpPr>
        <p:spPr>
          <a:xfrm>
            <a:off x="10361739" y="344706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38">
                <a:extLst>
                  <a:ext uri="{FF2B5EF4-FFF2-40B4-BE49-F238E27FC236}">
                    <a16:creationId xmlns:a16="http://schemas.microsoft.com/office/drawing/2014/main" id="{6F7E0D79-59DA-47A3-986A-3D1867D8FFD0}"/>
                  </a:ext>
                </a:extLst>
              </p:cNvPr>
              <p:cNvSpPr/>
              <p:nvPr/>
            </p:nvSpPr>
            <p:spPr>
              <a:xfrm>
                <a:off x="10157531" y="3893428"/>
                <a:ext cx="426680" cy="45580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HK"/>
              </a:p>
            </p:txBody>
          </p:sp>
        </mc:Choice>
        <mc:Fallback xmlns="">
          <p:sp>
            <p:nvSpPr>
              <p:cNvPr id="72" name="Rectangle 38">
                <a:extLst>
                  <a:ext uri="{FF2B5EF4-FFF2-40B4-BE49-F238E27FC236}">
                    <a16:creationId xmlns:a16="http://schemas.microsoft.com/office/drawing/2014/main" id="{6F7E0D79-59DA-47A3-986A-3D1867D8FF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7531" y="3893428"/>
                <a:ext cx="426680" cy="45580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3" name="Content Placeholder 27">
            <a:extLst>
              <a:ext uri="{FF2B5EF4-FFF2-40B4-BE49-F238E27FC236}">
                <a16:creationId xmlns:a16="http://schemas.microsoft.com/office/drawing/2014/main" id="{2D5C6EE0-1AA8-4181-8E9D-3E4996366647}"/>
              </a:ext>
            </a:extLst>
          </p:cNvPr>
          <p:cNvGraphicFramePr>
            <a:graphicFrameLocks/>
          </p:cNvGraphicFramePr>
          <p:nvPr/>
        </p:nvGraphicFramePr>
        <p:xfrm>
          <a:off x="10579962" y="3853377"/>
          <a:ext cx="233891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891">
                  <a:extLst>
                    <a:ext uri="{9D8B030D-6E8A-4147-A177-3AD203B41FA5}">
                      <a16:colId xmlns:a16="http://schemas.microsoft.com/office/drawing/2014/main" val="1616932205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p:graphicFrame>
        <p:nvGraphicFramePr>
          <p:cNvPr id="74" name="Content Placeholder 27">
            <a:extLst>
              <a:ext uri="{FF2B5EF4-FFF2-40B4-BE49-F238E27FC236}">
                <a16:creationId xmlns:a16="http://schemas.microsoft.com/office/drawing/2014/main" id="{1C2291F9-55FB-44F0-8EE1-403C9753EE29}"/>
              </a:ext>
            </a:extLst>
          </p:cNvPr>
          <p:cNvGraphicFramePr>
            <a:graphicFrameLocks/>
          </p:cNvGraphicFramePr>
          <p:nvPr/>
        </p:nvGraphicFramePr>
        <p:xfrm>
          <a:off x="9489973" y="3853377"/>
          <a:ext cx="634856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8199886"/>
                    </a:ext>
                  </a:extLst>
                </a:gridCol>
                <a:gridCol w="218296">
                  <a:extLst>
                    <a:ext uri="{9D8B030D-6E8A-4147-A177-3AD203B41FA5}">
                      <a16:colId xmlns:a16="http://schemas.microsoft.com/office/drawing/2014/main" val="17514387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21447777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p:sp>
        <p:nvSpPr>
          <p:cNvPr id="75" name="TextBox 41">
            <a:extLst>
              <a:ext uri="{FF2B5EF4-FFF2-40B4-BE49-F238E27FC236}">
                <a16:creationId xmlns:a16="http://schemas.microsoft.com/office/drawing/2014/main" id="{49B112AC-A5D5-4906-AA03-8C82EB17897A}"/>
              </a:ext>
            </a:extLst>
          </p:cNvPr>
          <p:cNvSpPr txBox="1"/>
          <p:nvPr/>
        </p:nvSpPr>
        <p:spPr>
          <a:xfrm>
            <a:off x="1231490" y="4838142"/>
            <a:ext cx="93484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</a:t>
            </a:r>
            <a:r>
              <a:rPr lang="en-US" dirty="0"/>
              <a:t>___________ </a:t>
            </a:r>
            <a:r>
              <a:rPr lang="en-US" b="1" dirty="0"/>
              <a:t>m</a:t>
            </a:r>
            <a:r>
              <a:rPr lang="en-US" dirty="0"/>
              <a:t>___-points as </a:t>
            </a:r>
            <a:r>
              <a:rPr lang="en-US" b="1" dirty="0"/>
              <a:t>s</a:t>
            </a:r>
            <a:r>
              <a:rPr lang="en-US" dirty="0"/>
              <a:t>______________ points. </a:t>
            </a:r>
            <a:endParaRPr lang="en-H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dirty="0"/>
              <a:t>Which is/are the best split(s)? ______________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dirty="0"/>
              <a:t>How to build a tree instead of a stump? R_________</a:t>
            </a:r>
            <a:r>
              <a:rPr lang="en-HK" dirty="0" err="1"/>
              <a:t>ly</a:t>
            </a:r>
            <a:r>
              <a:rPr lang="en-HK" dirty="0"/>
              <a:t> split (d_______ and c_____).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4F5B99-B4EF-425D-80BA-53E605E76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splits for numeric attributes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E9F2BC-7F12-4990-8457-9D0D8263D74A}"/>
                  </a:ext>
                </a:extLst>
              </p:cNvPr>
              <p:cNvSpPr txBox="1"/>
              <p:nvPr/>
            </p:nvSpPr>
            <p:spPr>
              <a:xfrm>
                <a:off x="5104747" y="1728479"/>
                <a:ext cx="48953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Observed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in ascending order:</a:t>
                </a:r>
              </a:p>
              <a:p>
                <a:pPr algn="ctr"/>
                <a:r>
                  <a:rPr lang="en-US" dirty="0"/>
                  <a:t>22    &lt;    25    &lt;    26    &lt;    27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E9F2BC-7F12-4990-8457-9D0D8263D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4747" y="1728479"/>
                <a:ext cx="4895314" cy="646331"/>
              </a:xfrm>
              <a:prstGeom prst="rect">
                <a:avLst/>
              </a:prstGeom>
              <a:blipFill>
                <a:blip r:embed="rId10"/>
                <a:stretch>
                  <a:fillRect l="-1034" t="-5769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D7EA8B15-C85A-4E41-B70E-C8EB8A3B9263}"/>
              </a:ext>
            </a:extLst>
          </p:cNvPr>
          <p:cNvGrpSpPr/>
          <p:nvPr/>
        </p:nvGrpSpPr>
        <p:grpSpPr>
          <a:xfrm>
            <a:off x="5548695" y="2393832"/>
            <a:ext cx="1556296" cy="495933"/>
            <a:chOff x="5548695" y="2393832"/>
            <a:chExt cx="1556296" cy="495933"/>
          </a:xfrm>
        </p:grpSpPr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24B5A72D-D62E-4FA8-94CE-9DC21293A219}"/>
                </a:ext>
              </a:extLst>
            </p:cNvPr>
            <p:cNvSpPr/>
            <p:nvPr/>
          </p:nvSpPr>
          <p:spPr>
            <a:xfrm rot="5400000">
              <a:off x="6561518" y="2010540"/>
              <a:ext cx="160182" cy="926765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79C5E3D-BAB0-4EB8-8969-9850E11C88F7}"/>
                </a:ext>
              </a:extLst>
            </p:cNvPr>
            <p:cNvCxnSpPr>
              <a:stCxn id="6" idx="1"/>
              <a:endCxn id="47" idx="7"/>
            </p:cNvCxnSpPr>
            <p:nvPr/>
          </p:nvCxnSpPr>
          <p:spPr>
            <a:xfrm flipH="1">
              <a:off x="5548695" y="2554014"/>
              <a:ext cx="1092914" cy="3357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25E8901-67C4-4178-B369-45109B8EACBF}"/>
              </a:ext>
            </a:extLst>
          </p:cNvPr>
          <p:cNvGrpSpPr/>
          <p:nvPr/>
        </p:nvGrpSpPr>
        <p:grpSpPr>
          <a:xfrm>
            <a:off x="7112013" y="2399036"/>
            <a:ext cx="926765" cy="414474"/>
            <a:chOff x="6178226" y="2393832"/>
            <a:chExt cx="926765" cy="414474"/>
          </a:xfrm>
        </p:grpSpPr>
        <p:sp>
          <p:nvSpPr>
            <p:cNvPr id="42" name="Right Brace 41">
              <a:extLst>
                <a:ext uri="{FF2B5EF4-FFF2-40B4-BE49-F238E27FC236}">
                  <a16:creationId xmlns:a16="http://schemas.microsoft.com/office/drawing/2014/main" id="{C4E9D0F0-D618-4C4A-9422-7D10E35CA79D}"/>
                </a:ext>
              </a:extLst>
            </p:cNvPr>
            <p:cNvSpPr/>
            <p:nvPr/>
          </p:nvSpPr>
          <p:spPr>
            <a:xfrm rot="5400000">
              <a:off x="6561518" y="2010540"/>
              <a:ext cx="160182" cy="926765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21C66D33-4845-4D75-BF5F-83335D010584}"/>
                </a:ext>
              </a:extLst>
            </p:cNvPr>
            <p:cNvCxnSpPr>
              <a:cxnSpLocks/>
              <a:stCxn id="42" idx="1"/>
              <a:endCxn id="56" idx="0"/>
            </p:cNvCxnSpPr>
            <p:nvPr/>
          </p:nvCxnSpPr>
          <p:spPr>
            <a:xfrm flipH="1">
              <a:off x="6618617" y="2554014"/>
              <a:ext cx="22992" cy="2542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17A8ABA-5CD9-4DB7-B574-9F1FA1FAA9CD}"/>
              </a:ext>
            </a:extLst>
          </p:cNvPr>
          <p:cNvGrpSpPr/>
          <p:nvPr/>
        </p:nvGrpSpPr>
        <p:grpSpPr>
          <a:xfrm>
            <a:off x="8045800" y="2404240"/>
            <a:ext cx="1235082" cy="485525"/>
            <a:chOff x="6178226" y="2393832"/>
            <a:chExt cx="1235082" cy="485525"/>
          </a:xfrm>
        </p:grpSpPr>
        <p:sp>
          <p:nvSpPr>
            <p:cNvPr id="45" name="Right Brace 44">
              <a:extLst>
                <a:ext uri="{FF2B5EF4-FFF2-40B4-BE49-F238E27FC236}">
                  <a16:creationId xmlns:a16="http://schemas.microsoft.com/office/drawing/2014/main" id="{5734C8E9-A4C5-4BD6-AF06-A22E82ADCCE3}"/>
                </a:ext>
              </a:extLst>
            </p:cNvPr>
            <p:cNvSpPr/>
            <p:nvPr/>
          </p:nvSpPr>
          <p:spPr>
            <a:xfrm rot="5400000">
              <a:off x="6561518" y="2010540"/>
              <a:ext cx="160182" cy="926765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1B7489B6-A986-44EE-A086-D33FA6DB440B}"/>
                </a:ext>
              </a:extLst>
            </p:cNvPr>
            <p:cNvCxnSpPr>
              <a:cxnSpLocks/>
              <a:stCxn id="45" idx="1"/>
              <a:endCxn id="66" idx="1"/>
            </p:cNvCxnSpPr>
            <p:nvPr/>
          </p:nvCxnSpPr>
          <p:spPr>
            <a:xfrm>
              <a:off x="6641609" y="2554014"/>
              <a:ext cx="771699" cy="3253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199041-C36B-454D-A259-C885CCEC6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649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FCDBD767-6893-476F-9282-AFEE97F3F49C}"/>
              </a:ext>
            </a:extLst>
          </p:cNvPr>
          <p:cNvSpPr/>
          <p:nvPr/>
        </p:nvSpPr>
        <p:spPr>
          <a:xfrm>
            <a:off x="6260074" y="5464239"/>
            <a:ext cx="5282215" cy="95161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B98097-D6B6-433F-BBE9-EF38E2522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How to build a decision tree?</a:t>
            </a:r>
            <a:br>
              <a:rPr lang="en-HK" sz="2800" dirty="0"/>
            </a:br>
            <a:r>
              <a:rPr lang="en-HK" sz="2400" dirty="0"/>
              <a:t>Greedy algorithm </a:t>
            </a:r>
            <a:r>
              <a:rPr lang="en-HK" sz="1600" dirty="0"/>
              <a:t>(See </a:t>
            </a:r>
            <a:r>
              <a:rPr lang="en-HK" sz="1600" dirty="0">
                <a:hlinkClick r:id="rId3"/>
              </a:rPr>
              <a:t>Han11 Fig 8.3</a:t>
            </a:r>
            <a:r>
              <a:rPr lang="en-HK" sz="1600" dirty="0"/>
              <a:t> for the full version)</a:t>
            </a:r>
            <a:endParaRPr lang="en-H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HighlightTextShape201712102315278110">
                <a:extLst>
                  <a:ext uri="{FF2B5EF4-FFF2-40B4-BE49-F238E27FC236}">
                    <a16:creationId xmlns:a16="http://schemas.microsoft.com/office/drawing/2014/main" id="{2D560EB9-9C1D-428B-A2EE-BE0454D711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31490" y="1823221"/>
                <a:ext cx="10273122" cy="4461145"/>
              </a:xfrm>
            </p:spPr>
            <p:txBody>
              <a:bodyPr numCol="1">
                <a:noAutofit/>
              </a:bodyPr>
              <a:lstStyle/>
              <a:p>
                <a:pPr marL="0" indent="0">
                  <a:buNone/>
                </a:pPr>
                <a:r>
                  <a:rPr lang="en-HK" sz="1400" dirty="0">
                    <a:latin typeface="Consolas" panose="020B0609020204030204" pitchFamily="49" charset="0"/>
                  </a:rPr>
                  <a:t>Input: training data </a:t>
                </a:r>
                <a14:m>
                  <m:oMath xmlns:m="http://schemas.openxmlformats.org/officeDocument/2006/math">
                    <m:r>
                      <a:rPr lang="en-HK" sz="140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HK" sz="1400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HK" sz="1400" dirty="0">
                    <a:latin typeface="Consolas" panose="020B0609020204030204" pitchFamily="49" charset="0"/>
                  </a:rPr>
                  <a:t>Output: root node of the decision tree</a:t>
                </a:r>
              </a:p>
              <a:p>
                <a:pPr marL="0" indent="0">
                  <a:buNone/>
                </a:pPr>
                <a:r>
                  <a:rPr lang="en-HK" sz="1400" dirty="0">
                    <a:latin typeface="Consolas" panose="020B0609020204030204" pitchFamily="49" charset="0"/>
                  </a:rPr>
                  <a:t>function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sz="1400" dirty="0">
                        <a:latin typeface="Consolas" panose="020B0609020204030204" pitchFamily="49" charset="0"/>
                      </a:rPr>
                      <m:t>Split</m:t>
                    </m:r>
                    <m:r>
                      <a:rPr lang="en-HK" sz="1400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HK" sz="1400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HK" sz="140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HK" sz="1400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HK" sz="1400" dirty="0">
                    <a:latin typeface="Consolas" panose="020B0609020204030204" pitchFamily="49" charset="0"/>
                  </a:rPr>
                  <a:t>	create node </a:t>
                </a:r>
                <a14:m>
                  <m:oMath xmlns:m="http://schemas.openxmlformats.org/officeDocument/2006/math">
                    <m:r>
                      <a:rPr lang="en-HK" sz="1400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HK" sz="1400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HK" sz="1400" dirty="0">
                    <a:latin typeface="Consolas" panose="020B0609020204030204" pitchFamily="49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HK" sz="140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HK" sz="140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HK" sz="1400"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HK" sz="1400" dirty="0">
                    <a:latin typeface="Consolas" panose="020B0609020204030204" pitchFamily="49" charset="0"/>
                  </a:rPr>
                  <a:t> a good criterion </a:t>
                </a:r>
                <a14:m>
                  <m:oMath xmlns:m="http://schemas.openxmlformats.org/officeDocument/2006/math">
                    <m:r>
                      <a:rPr lang="en-HK" sz="1400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HK" sz="1400" dirty="0">
                    <a:latin typeface="Consolas" panose="020B0609020204030204" pitchFamily="49" charset="0"/>
                  </a:rPr>
                  <a:t> to split </a:t>
                </a:r>
                <a14:m>
                  <m:oMath xmlns:m="http://schemas.openxmlformats.org/officeDocument/2006/math">
                    <m:r>
                      <a:rPr lang="en-HK" sz="1400" dirty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HK" sz="1400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HK" sz="1400" dirty="0">
                    <a:latin typeface="Consolas" panose="020B0609020204030204" pitchFamily="49" charset="0"/>
                  </a:rPr>
                  <a:t>	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HK" sz="1400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HK" sz="1400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HK" sz="1400" dirty="0">
                    <a:latin typeface="Consolas" panose="020B0609020204030204" pitchFamily="49" charset="0"/>
                  </a:rPr>
                  <a:t> is not null	</a:t>
                </a:r>
              </a:p>
              <a:p>
                <a:pPr marL="0" indent="0">
                  <a:buNone/>
                </a:pPr>
                <a:r>
                  <a:rPr lang="en-HK" sz="1400" dirty="0">
                    <a:latin typeface="Consolas" panose="020B0609020204030204" pitchFamily="49" charset="0"/>
                  </a:rPr>
                  <a:t>		for each outcome </a:t>
                </a:r>
                <a14:m>
                  <m:oMath xmlns:m="http://schemas.openxmlformats.org/officeDocument/2006/math">
                    <m:r>
                      <a:rPr lang="en-HK" sz="140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HK" sz="1400" dirty="0">
                    <a:latin typeface="Consolas" panose="020B0609020204030204" pitchFamily="49" charset="0"/>
                  </a:rPr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HK" sz="140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HK" sz="1400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HK" sz="1400" dirty="0">
                    <a:latin typeface="Consolas" panose="020B0609020204030204" pitchFamily="49" charset="0"/>
                  </a:rPr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HK" sz="140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HK" sz="140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HK" sz="1400">
                        <a:latin typeface="Cambria Math" panose="02040503050406030204" pitchFamily="18" charset="0"/>
                      </a:rPr>
                      <m:t>←{</m:t>
                    </m:r>
                    <m:d>
                      <m:dPr>
                        <m:ctrlPr>
                          <a:rPr lang="en-HK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HK" sz="140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HK" sz="1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HK" sz="140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HK" sz="14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HK" sz="140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HK" sz="1400">
                        <a:latin typeface="Cambria Math" panose="02040503050406030204" pitchFamily="18" charset="0"/>
                      </a:rPr>
                      <m:t>|</m:t>
                    </m:r>
                    <m:r>
                      <a:rPr lang="en-HK" sz="1400">
                        <a:latin typeface="Cambria Math" panose="02040503050406030204" pitchFamily="18" charset="0"/>
                      </a:rPr>
                      <m:t>𝒙</m:t>
                    </m:r>
                    <m:r>
                      <m:rPr>
                        <m:nor/>
                      </m:rPr>
                      <a:rPr lang="en-HK" sz="1400">
                        <a:latin typeface="Consolas" panose="020B0609020204030204" pitchFamily="49" charset="0"/>
                      </a:rPr>
                      <m:t> </m:t>
                    </m:r>
                    <m:r>
                      <m:rPr>
                        <m:nor/>
                      </m:rPr>
                      <a:rPr lang="en-HK" sz="1400">
                        <a:latin typeface="Consolas" panose="020B0609020204030204" pitchFamily="49" charset="0"/>
                      </a:rPr>
                      <m:t>satisfies</m:t>
                    </m:r>
                    <m:r>
                      <m:rPr>
                        <m:nor/>
                      </m:rPr>
                      <a:rPr lang="en-HK" sz="1400">
                        <a:latin typeface="Consolas" panose="020B0609020204030204" pitchFamily="49" charset="0"/>
                      </a:rPr>
                      <m:t> 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HK" sz="140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HK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HK" sz="140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HK" sz="140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HK" sz="1400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HK" sz="1400" dirty="0">
                    <a:latin typeface="Consolas" panose="020B0609020204030204" pitchFamily="49" charset="0"/>
                  </a:rPr>
                  <a:t>	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sz="1400">
                        <a:latin typeface="Consolas" panose="020B0609020204030204" pitchFamily="49" charset="0"/>
                      </a:rPr>
                      <m:t>child</m:t>
                    </m:r>
                    <m:r>
                      <a:rPr lang="en-HK" sz="14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HK" sz="14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HK" sz="14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HK" sz="140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HK" sz="1400">
                        <a:latin typeface="Cambria Math" panose="02040503050406030204" pitchFamily="18" charset="0"/>
                      </a:rPr>
                      <m:t>)←</m:t>
                    </m:r>
                  </m:oMath>
                </a14:m>
                <a:r>
                  <a:rPr lang="en-HK" sz="1400" dirty="0">
                    <a:latin typeface="Consolas" panose="020B0609020204030204" pitchFamily="49" charset="0"/>
                  </a:rPr>
                  <a:t> _____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≠∅</m:t>
                    </m:r>
                  </m:oMath>
                </a14:m>
                <a:r>
                  <a:rPr lang="en-HK" sz="1400" dirty="0">
                    <a:latin typeface="Consolas" panose="020B0609020204030204" pitchFamily="49" charset="0"/>
                  </a:rPr>
                  <a:t> </a:t>
                </a:r>
                <a:br>
                  <a:rPr lang="en-HK" sz="1400" dirty="0">
                    <a:latin typeface="Consolas" panose="020B0609020204030204" pitchFamily="49" charset="0"/>
                  </a:rPr>
                </a:br>
                <a:r>
                  <a:rPr lang="en-HK" sz="1400" dirty="0">
                    <a:latin typeface="Consolas" panose="020B0609020204030204" pitchFamily="49" charset="0"/>
                  </a:rPr>
                  <a:t>					  else _____</a:t>
                </a:r>
              </a:p>
              <a:p>
                <a:pPr marL="0" indent="0">
                  <a:buNone/>
                </a:pPr>
                <a:r>
                  <a:rPr lang="en-HK" sz="1400" dirty="0">
                    <a:latin typeface="Consolas" panose="020B0609020204030204" pitchFamily="49" charset="0"/>
                  </a:rPr>
                  <a:t>	else	 # further splitting is not useful when _____</a:t>
                </a:r>
              </a:p>
              <a:p>
                <a:pPr marL="0" indent="0">
                  <a:buNone/>
                </a:pPr>
                <a:r>
                  <a:rPr lang="en-HK" sz="1400" dirty="0">
                    <a:latin typeface="Consolas" panose="020B0609020204030204" pitchFamily="49" charset="0"/>
                  </a:rPr>
                  <a:t>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sz="1400">
                        <a:latin typeface="Consolas" panose="020B0609020204030204" pitchFamily="49" charset="0"/>
                      </a:rPr>
                      <m:t>class</m:t>
                    </m:r>
                    <m:r>
                      <a:rPr lang="en-HK" sz="14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HK" sz="14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HK" sz="1400">
                        <a:latin typeface="Cambria Math" panose="02040503050406030204" pitchFamily="18" charset="0"/>
                      </a:rPr>
                      <m:t>)←</m:t>
                    </m:r>
                  </m:oMath>
                </a14:m>
                <a:r>
                  <a:rPr lang="en-HK" sz="1400" dirty="0">
                    <a:latin typeface="Consolas" panose="020B0609020204030204" pitchFamily="49" charset="0"/>
                  </a:rPr>
                  <a:t> _____</a:t>
                </a:r>
              </a:p>
              <a:p>
                <a:pPr marL="0" indent="0">
                  <a:buNone/>
                </a:pPr>
                <a:r>
                  <a:rPr lang="en-HK" sz="1400" dirty="0">
                    <a:latin typeface="Consolas" panose="020B0609020204030204" pitchFamily="49" charset="0"/>
                  </a:rPr>
                  <a:t>	return </a:t>
                </a:r>
                <a14:m>
                  <m:oMath xmlns:m="http://schemas.openxmlformats.org/officeDocument/2006/math">
                    <m:r>
                      <a:rPr lang="en-HK" sz="1400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HK" sz="14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HighlightTextShape201712102315278110">
                <a:extLst>
                  <a:ext uri="{FF2B5EF4-FFF2-40B4-BE49-F238E27FC236}">
                    <a16:creationId xmlns:a16="http://schemas.microsoft.com/office/drawing/2014/main" id="{2D560EB9-9C1D-428B-A2EE-BE0454D711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31490" y="1823221"/>
                <a:ext cx="10273122" cy="4461145"/>
              </a:xfrm>
              <a:blipFill>
                <a:blip r:embed="rId4"/>
                <a:stretch>
                  <a:fillRect l="-178" t="-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5A93714-C3F0-41AB-A794-091F00908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4344F5B-EB85-4104-9760-F2EE005BF642}"/>
                  </a:ext>
                </a:extLst>
              </p:cNvPr>
              <p:cNvSpPr/>
              <p:nvPr/>
            </p:nvSpPr>
            <p:spPr>
              <a:xfrm>
                <a:off x="6260074" y="5761627"/>
                <a:ext cx="6935016" cy="374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HK" sz="1400" b="1" dirty="0"/>
                  <a:t>(b)</a:t>
                </a:r>
                <a:r>
                  <a:rPr lang="en-HK" sz="14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 new node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HK" sz="140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sz="1400">
                        <a:solidFill>
                          <a:schemeClr val="tx1"/>
                        </a:solidFill>
                        <a:latin typeface="Consolas" panose="020B0609020204030204" pitchFamily="49" charset="0"/>
                      </a:rPr>
                      <m:t>class</m:t>
                    </m:r>
                    <m:r>
                      <a:rPr lang="en-HK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HK" sz="1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HK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)←</m:t>
                    </m:r>
                    <m:func>
                      <m:funcPr>
                        <m:ctrlPr>
                          <a:rPr lang="en-HK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HK" sz="1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HK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HK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HK" sz="1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HK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HK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lit/>
                                  </m:rPr>
                                  <a:rPr lang="en-HK" sz="1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d>
                                  <m:dPr>
                                    <m:ctrlPr>
                                      <a:rPr lang="en-HK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HK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HK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HK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HK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HK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HK" sz="1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HK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HK" sz="1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HK" sz="1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lit/>
                                  </m:rPr>
                                  <a:rPr lang="en-HK" sz="1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e>
                            </m:d>
                          </m:e>
                        </m:func>
                      </m:e>
                    </m:func>
                  </m:oMath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4344F5B-EB85-4104-9760-F2EE005BF6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074" y="5761627"/>
                <a:ext cx="6935016" cy="374205"/>
              </a:xfrm>
              <a:prstGeom prst="rect">
                <a:avLst/>
              </a:prstGeom>
              <a:blipFill>
                <a:blip r:embed="rId5"/>
                <a:stretch>
                  <a:fillRect l="-264" t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D1EB7A0-0507-4C55-959D-308A16FAE612}"/>
                  </a:ext>
                </a:extLst>
              </p:cNvPr>
              <p:cNvSpPr/>
              <p:nvPr/>
            </p:nvSpPr>
            <p:spPr>
              <a:xfrm>
                <a:off x="6264727" y="5464239"/>
                <a:ext cx="6096000" cy="37420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HK" sz="1400" b="1" dirty="0"/>
                  <a:t>(a)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HK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HK" sz="1400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HK" sz="1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HK" sz="14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HK" sz="140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HK" sz="1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HK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lit/>
                                  </m:rPr>
                                  <a:rPr lang="en-HK" sz="140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d>
                                  <m:dPr>
                                    <m:ctrlPr>
                                      <a:rPr lang="en-HK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HK" sz="14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HK" sz="1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HK" sz="1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HK" sz="1400" i="1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HK" sz="14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HK" sz="140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HK" sz="1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HK" sz="14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HK" sz="140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lit/>
                                  </m:rPr>
                                  <a:rPr lang="en-HK" sz="140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e>
                            </m:d>
                          </m:e>
                        </m:func>
                      </m:e>
                    </m:func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D1EB7A0-0507-4C55-959D-308A16FAE6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4727" y="5464239"/>
                <a:ext cx="6096000" cy="374205"/>
              </a:xfrm>
              <a:prstGeom prst="rect">
                <a:avLst/>
              </a:prstGeom>
              <a:blipFill>
                <a:blip r:embed="rId6"/>
                <a:stretch>
                  <a:fillRect l="-300" t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AC190F7-90A6-4598-A7FA-2960440D0F66}"/>
                  </a:ext>
                </a:extLst>
              </p:cNvPr>
              <p:cNvSpPr/>
              <p:nvPr/>
            </p:nvSpPr>
            <p:spPr>
              <a:xfrm>
                <a:off x="6260074" y="6038161"/>
                <a:ext cx="1310872" cy="3404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HK" sz="1400" b="1" dirty="0"/>
                  <a:t>(c)</a:t>
                </a:r>
                <a:r>
                  <a:rPr lang="en-HK" sz="14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sz="1400">
                        <a:latin typeface="Consolas" panose="020B0609020204030204" pitchFamily="49" charset="0"/>
                      </a:rPr>
                      <m:t>Split</m:t>
                    </m:r>
                    <m:d>
                      <m:dPr>
                        <m:ctrlPr>
                          <a:rPr lang="en-HK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HK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HK" sz="140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HK" sz="140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AC190F7-90A6-4598-A7FA-2960440D0F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074" y="6038161"/>
                <a:ext cx="1310872" cy="340478"/>
              </a:xfrm>
              <a:prstGeom prst="rect">
                <a:avLst/>
              </a:prstGeom>
              <a:blipFill>
                <a:blip r:embed="rId7"/>
                <a:stretch>
                  <a:fillRect l="-1395" t="-1818"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Oval 3">
            <a:extLst>
              <a:ext uri="{FF2B5EF4-FFF2-40B4-BE49-F238E27FC236}">
                <a16:creationId xmlns:a16="http://schemas.microsoft.com/office/drawing/2014/main" id="{E4E63744-C06B-4597-950F-F7AFCF3D870C}"/>
              </a:ext>
            </a:extLst>
          </p:cNvPr>
          <p:cNvSpPr/>
          <p:nvPr/>
        </p:nvSpPr>
        <p:spPr>
          <a:xfrm>
            <a:off x="9131300" y="2070100"/>
            <a:ext cx="520700" cy="5207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53" name="Oval 4">
            <a:extLst>
              <a:ext uri="{FF2B5EF4-FFF2-40B4-BE49-F238E27FC236}">
                <a16:creationId xmlns:a16="http://schemas.microsoft.com/office/drawing/2014/main" id="{9CBF76BE-9F66-41EA-A4A4-BDE12FD23352}"/>
              </a:ext>
            </a:extLst>
          </p:cNvPr>
          <p:cNvSpPr/>
          <p:nvPr/>
        </p:nvSpPr>
        <p:spPr>
          <a:xfrm>
            <a:off x="9772212" y="3188677"/>
            <a:ext cx="520700" cy="5207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grpSp>
        <p:nvGrpSpPr>
          <p:cNvPr id="54" name="Group 42">
            <a:extLst>
              <a:ext uri="{FF2B5EF4-FFF2-40B4-BE49-F238E27FC236}">
                <a16:creationId xmlns:a16="http://schemas.microsoft.com/office/drawing/2014/main" id="{43740479-C8B0-4303-8045-97D5EA93847B}"/>
              </a:ext>
            </a:extLst>
          </p:cNvPr>
          <p:cNvGrpSpPr/>
          <p:nvPr/>
        </p:nvGrpSpPr>
        <p:grpSpPr>
          <a:xfrm>
            <a:off x="8731106" y="2514545"/>
            <a:ext cx="482982" cy="662772"/>
            <a:chOff x="8731106" y="2514545"/>
            <a:chExt cx="482982" cy="662772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FFD1F97B-C03D-4361-BD61-9CE94EBC14FD}"/>
                </a:ext>
              </a:extLst>
            </p:cNvPr>
            <p:cNvCxnSpPr>
              <a:cxnSpLocks/>
              <a:stCxn id="52" idx="3"/>
              <a:endCxn id="60" idx="0"/>
            </p:cNvCxnSpPr>
            <p:nvPr/>
          </p:nvCxnSpPr>
          <p:spPr>
            <a:xfrm flipH="1">
              <a:off x="8731106" y="2514545"/>
              <a:ext cx="476449" cy="6627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A8C0477-7FC1-4B65-947F-9E473BE05BFE}"/>
                </a:ext>
              </a:extLst>
            </p:cNvPr>
            <p:cNvSpPr txBox="1"/>
            <p:nvPr/>
          </p:nvSpPr>
          <p:spPr>
            <a:xfrm>
              <a:off x="8901182" y="27222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0</a:t>
              </a:r>
            </a:p>
          </p:txBody>
        </p:sp>
      </p:grpSp>
      <p:grpSp>
        <p:nvGrpSpPr>
          <p:cNvPr id="57" name="Group 43">
            <a:extLst>
              <a:ext uri="{FF2B5EF4-FFF2-40B4-BE49-F238E27FC236}">
                <a16:creationId xmlns:a16="http://schemas.microsoft.com/office/drawing/2014/main" id="{1C01376D-AB82-4D7A-9C75-69BB36C16742}"/>
              </a:ext>
            </a:extLst>
          </p:cNvPr>
          <p:cNvGrpSpPr/>
          <p:nvPr/>
        </p:nvGrpSpPr>
        <p:grpSpPr>
          <a:xfrm>
            <a:off x="9527620" y="2514545"/>
            <a:ext cx="504942" cy="674132"/>
            <a:chOff x="9527620" y="2514545"/>
            <a:chExt cx="504942" cy="674132"/>
          </a:xfrm>
        </p:grpSpPr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46CCF329-F692-4573-879C-F0144BCAA62B}"/>
                </a:ext>
              </a:extLst>
            </p:cNvPr>
            <p:cNvCxnSpPr>
              <a:cxnSpLocks/>
              <a:stCxn id="52" idx="5"/>
              <a:endCxn id="53" idx="0"/>
            </p:cNvCxnSpPr>
            <p:nvPr/>
          </p:nvCxnSpPr>
          <p:spPr>
            <a:xfrm>
              <a:off x="9575745" y="2514545"/>
              <a:ext cx="456817" cy="6741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57853F7-0702-4E6F-9B1B-80C89612BB9D}"/>
                </a:ext>
              </a:extLst>
            </p:cNvPr>
            <p:cNvSpPr txBox="1"/>
            <p:nvPr/>
          </p:nvSpPr>
          <p:spPr>
            <a:xfrm>
              <a:off x="9527620" y="270504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1</a:t>
              </a:r>
            </a:p>
          </p:txBody>
        </p:sp>
      </p:grpSp>
      <p:sp>
        <p:nvSpPr>
          <p:cNvPr id="60" name="Rectangle 9">
            <a:extLst>
              <a:ext uri="{FF2B5EF4-FFF2-40B4-BE49-F238E27FC236}">
                <a16:creationId xmlns:a16="http://schemas.microsoft.com/office/drawing/2014/main" id="{48E889FD-9538-433D-B713-E3C79D7A79B1}"/>
              </a:ext>
            </a:extLst>
          </p:cNvPr>
          <p:cNvSpPr/>
          <p:nvPr/>
        </p:nvSpPr>
        <p:spPr>
          <a:xfrm>
            <a:off x="8517766" y="3177317"/>
            <a:ext cx="426680" cy="455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HK"/>
              <a:t>0</a:t>
            </a:r>
          </a:p>
        </p:txBody>
      </p:sp>
      <p:grpSp>
        <p:nvGrpSpPr>
          <p:cNvPr id="61" name="Group 44">
            <a:extLst>
              <a:ext uri="{FF2B5EF4-FFF2-40B4-BE49-F238E27FC236}">
                <a16:creationId xmlns:a16="http://schemas.microsoft.com/office/drawing/2014/main" id="{4A4D2ED4-9946-47A6-8DA7-F274396C0179}"/>
              </a:ext>
            </a:extLst>
          </p:cNvPr>
          <p:cNvGrpSpPr/>
          <p:nvPr/>
        </p:nvGrpSpPr>
        <p:grpSpPr>
          <a:xfrm>
            <a:off x="9665574" y="3633122"/>
            <a:ext cx="357974" cy="635473"/>
            <a:chOff x="9665574" y="3633122"/>
            <a:chExt cx="357974" cy="635473"/>
          </a:xfrm>
        </p:grpSpPr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40488893-27AE-47B8-BBC7-677624D3D035}"/>
                </a:ext>
              </a:extLst>
            </p:cNvPr>
            <p:cNvCxnSpPr>
              <a:cxnSpLocks/>
              <a:stCxn id="53" idx="3"/>
              <a:endCxn id="67" idx="0"/>
            </p:cNvCxnSpPr>
            <p:nvPr/>
          </p:nvCxnSpPr>
          <p:spPr>
            <a:xfrm flipH="1">
              <a:off x="9665574" y="3633122"/>
              <a:ext cx="182893" cy="6354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8B42C65-5D50-4FA9-9630-6EA16099781D}"/>
                </a:ext>
              </a:extLst>
            </p:cNvPr>
            <p:cNvSpPr txBox="1"/>
            <p:nvPr/>
          </p:nvSpPr>
          <p:spPr>
            <a:xfrm>
              <a:off x="9710642" y="382223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0</a:t>
              </a:r>
            </a:p>
          </p:txBody>
        </p:sp>
      </p:grpSp>
      <p:grpSp>
        <p:nvGrpSpPr>
          <p:cNvPr id="64" name="Group 45">
            <a:extLst>
              <a:ext uri="{FF2B5EF4-FFF2-40B4-BE49-F238E27FC236}">
                <a16:creationId xmlns:a16="http://schemas.microsoft.com/office/drawing/2014/main" id="{7474708A-1BB9-4C66-A0E3-4309B84D76CA}"/>
              </a:ext>
            </a:extLst>
          </p:cNvPr>
          <p:cNvGrpSpPr/>
          <p:nvPr/>
        </p:nvGrpSpPr>
        <p:grpSpPr>
          <a:xfrm>
            <a:off x="10108136" y="3633122"/>
            <a:ext cx="352879" cy="635473"/>
            <a:chOff x="10108136" y="3633122"/>
            <a:chExt cx="352879" cy="635473"/>
          </a:xfrm>
        </p:grpSpPr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233F51D3-B3C4-4F46-854E-974E117E25F7}"/>
                </a:ext>
              </a:extLst>
            </p:cNvPr>
            <p:cNvCxnSpPr>
              <a:cxnSpLocks/>
              <a:stCxn id="53" idx="5"/>
              <a:endCxn id="68" idx="0"/>
            </p:cNvCxnSpPr>
            <p:nvPr/>
          </p:nvCxnSpPr>
          <p:spPr>
            <a:xfrm>
              <a:off x="10216657" y="3633122"/>
              <a:ext cx="244358" cy="6354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F11A9E0-9C3E-477B-8EA4-49A1A57971C0}"/>
                </a:ext>
              </a:extLst>
            </p:cNvPr>
            <p:cNvSpPr txBox="1"/>
            <p:nvPr/>
          </p:nvSpPr>
          <p:spPr>
            <a:xfrm>
              <a:off x="10108136" y="380499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1</a:t>
              </a:r>
            </a:p>
          </p:txBody>
        </p:sp>
      </p:grpSp>
      <p:sp>
        <p:nvSpPr>
          <p:cNvPr id="67" name="Rectangle 14">
            <a:extLst>
              <a:ext uri="{FF2B5EF4-FFF2-40B4-BE49-F238E27FC236}">
                <a16:creationId xmlns:a16="http://schemas.microsoft.com/office/drawing/2014/main" id="{12AB556F-11F8-47B2-80FB-1C2D382913C6}"/>
              </a:ext>
            </a:extLst>
          </p:cNvPr>
          <p:cNvSpPr/>
          <p:nvPr/>
        </p:nvSpPr>
        <p:spPr>
          <a:xfrm>
            <a:off x="9452234" y="4268595"/>
            <a:ext cx="426680" cy="455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HK"/>
              <a:t>0</a:t>
            </a:r>
          </a:p>
        </p:txBody>
      </p:sp>
      <p:sp>
        <p:nvSpPr>
          <p:cNvPr id="68" name="Rectangle 15">
            <a:extLst>
              <a:ext uri="{FF2B5EF4-FFF2-40B4-BE49-F238E27FC236}">
                <a16:creationId xmlns:a16="http://schemas.microsoft.com/office/drawing/2014/main" id="{1B7E143B-4EF3-4557-8EE1-1C0A9054D5DF}"/>
              </a:ext>
            </a:extLst>
          </p:cNvPr>
          <p:cNvSpPr/>
          <p:nvPr/>
        </p:nvSpPr>
        <p:spPr>
          <a:xfrm>
            <a:off x="10246103" y="4268595"/>
            <a:ext cx="429824" cy="455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HK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4">
                <a:extLst>
                  <a:ext uri="{FF2B5EF4-FFF2-40B4-BE49-F238E27FC236}">
                    <a16:creationId xmlns:a16="http://schemas.microsoft.com/office/drawing/2014/main" id="{48283EE7-2F80-4132-8145-965907A946C6}"/>
                  </a:ext>
                </a:extLst>
              </p:cNvPr>
              <p:cNvSpPr/>
              <p:nvPr/>
            </p:nvSpPr>
            <p:spPr>
              <a:xfrm>
                <a:off x="6337525" y="2202447"/>
                <a:ext cx="1785258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HK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HK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HK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HK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HK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HK" dirty="0"/>
                  <a:t>	</a:t>
                </a:r>
                <a14:m>
                  <m:oMath xmlns:m="http://schemas.openxmlformats.org/officeDocument/2006/math">
                    <m:r>
                      <a:rPr lang="en-HK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HK" dirty="0"/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1.	0	0	0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2.	0	1	0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3.	1	0	0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</a:tabLst>
                </a:pPr>
                <a:r>
                  <a:rPr lang="en-HK" dirty="0"/>
                  <a:t>4.	1	1	1</a:t>
                </a:r>
              </a:p>
            </p:txBody>
          </p:sp>
        </mc:Choice>
        <mc:Fallback xmlns="">
          <p:sp>
            <p:nvSpPr>
              <p:cNvPr id="69" name="Rectangle 4">
                <a:extLst>
                  <a:ext uri="{FF2B5EF4-FFF2-40B4-BE49-F238E27FC236}">
                    <a16:creationId xmlns:a16="http://schemas.microsoft.com/office/drawing/2014/main" id="{48283EE7-2F80-4132-8145-965907A946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525" y="2202447"/>
                <a:ext cx="1785258" cy="1477328"/>
              </a:xfrm>
              <a:prstGeom prst="rect">
                <a:avLst/>
              </a:prstGeom>
              <a:blipFill>
                <a:blip r:embed="rId8"/>
                <a:stretch>
                  <a:fillRect l="-3546" b="-59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37">
                <a:extLst>
                  <a:ext uri="{FF2B5EF4-FFF2-40B4-BE49-F238E27FC236}">
                    <a16:creationId xmlns:a16="http://schemas.microsoft.com/office/drawing/2014/main" id="{4FE8B0E7-0A84-4462-895C-D6ADAB91FACA}"/>
                  </a:ext>
                </a:extLst>
              </p:cNvPr>
              <p:cNvSpPr/>
              <p:nvPr/>
            </p:nvSpPr>
            <p:spPr>
              <a:xfrm>
                <a:off x="9162251" y="2124889"/>
                <a:ext cx="4897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HK" i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HK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Rectangle 37">
                <a:extLst>
                  <a:ext uri="{FF2B5EF4-FFF2-40B4-BE49-F238E27FC236}">
                    <a16:creationId xmlns:a16="http://schemas.microsoft.com/office/drawing/2014/main" id="{4FE8B0E7-0A84-4462-895C-D6ADAB91FA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2251" y="2124889"/>
                <a:ext cx="48974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38">
                <a:extLst>
                  <a:ext uri="{FF2B5EF4-FFF2-40B4-BE49-F238E27FC236}">
                    <a16:creationId xmlns:a16="http://schemas.microsoft.com/office/drawing/2014/main" id="{A0A84587-2613-437C-9B27-A309B4BC696B}"/>
                  </a:ext>
                </a:extLst>
              </p:cNvPr>
              <p:cNvSpPr/>
              <p:nvPr/>
            </p:nvSpPr>
            <p:spPr>
              <a:xfrm>
                <a:off x="9787687" y="3240531"/>
                <a:ext cx="49507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HK" i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Rectangle 38">
                <a:extLst>
                  <a:ext uri="{FF2B5EF4-FFF2-40B4-BE49-F238E27FC236}">
                    <a16:creationId xmlns:a16="http://schemas.microsoft.com/office/drawing/2014/main" id="{A0A84587-2613-437C-9B27-A309B4BC69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7687" y="3240531"/>
                <a:ext cx="49507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46">
                <a:extLst>
                  <a:ext uri="{FF2B5EF4-FFF2-40B4-BE49-F238E27FC236}">
                    <a16:creationId xmlns:a16="http://schemas.microsoft.com/office/drawing/2014/main" id="{DB34613E-79A0-4203-9F25-5C383972BC3B}"/>
                  </a:ext>
                </a:extLst>
              </p:cNvPr>
              <p:cNvSpPr/>
              <p:nvPr/>
            </p:nvSpPr>
            <p:spPr>
              <a:xfrm>
                <a:off x="8844838" y="1638555"/>
                <a:ext cx="906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1,2,3,4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2" name="Rectangle 46">
                <a:extLst>
                  <a:ext uri="{FF2B5EF4-FFF2-40B4-BE49-F238E27FC236}">
                    <a16:creationId xmlns:a16="http://schemas.microsoft.com/office/drawing/2014/main" id="{DB34613E-79A0-4203-9F25-5C383972BC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4838" y="1638555"/>
                <a:ext cx="906017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47">
                <a:extLst>
                  <a:ext uri="{FF2B5EF4-FFF2-40B4-BE49-F238E27FC236}">
                    <a16:creationId xmlns:a16="http://schemas.microsoft.com/office/drawing/2014/main" id="{B11CC716-888B-472A-8630-2A9CC54D6864}"/>
                  </a:ext>
                </a:extLst>
              </p:cNvPr>
              <p:cNvSpPr/>
              <p:nvPr/>
            </p:nvSpPr>
            <p:spPr>
              <a:xfrm>
                <a:off x="8129316" y="2801419"/>
                <a:ext cx="553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1,2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3" name="Rectangle 47">
                <a:extLst>
                  <a:ext uri="{FF2B5EF4-FFF2-40B4-BE49-F238E27FC236}">
                    <a16:creationId xmlns:a16="http://schemas.microsoft.com/office/drawing/2014/main" id="{B11CC716-888B-472A-8630-2A9CC54D6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9316" y="2801419"/>
                <a:ext cx="553357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 48">
                <a:extLst>
                  <a:ext uri="{FF2B5EF4-FFF2-40B4-BE49-F238E27FC236}">
                    <a16:creationId xmlns:a16="http://schemas.microsoft.com/office/drawing/2014/main" id="{2D7A8044-8579-4EFA-ADB7-69390B7EB040}"/>
                  </a:ext>
                </a:extLst>
              </p:cNvPr>
              <p:cNvSpPr/>
              <p:nvPr/>
            </p:nvSpPr>
            <p:spPr>
              <a:xfrm>
                <a:off x="9931738" y="2847940"/>
                <a:ext cx="553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3,4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4" name="Rectangle 48">
                <a:extLst>
                  <a:ext uri="{FF2B5EF4-FFF2-40B4-BE49-F238E27FC236}">
                    <a16:creationId xmlns:a16="http://schemas.microsoft.com/office/drawing/2014/main" id="{2D7A8044-8579-4EFA-ADB7-69390B7EB0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38" y="2847940"/>
                <a:ext cx="553357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49">
                <a:extLst>
                  <a:ext uri="{FF2B5EF4-FFF2-40B4-BE49-F238E27FC236}">
                    <a16:creationId xmlns:a16="http://schemas.microsoft.com/office/drawing/2014/main" id="{03F86ADC-5D41-4EB4-8502-9F9F1A54158C}"/>
                  </a:ext>
                </a:extLst>
              </p:cNvPr>
              <p:cNvSpPr/>
              <p:nvPr/>
            </p:nvSpPr>
            <p:spPr>
              <a:xfrm>
                <a:off x="10403947" y="3893859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5" name="Rectangle 49">
                <a:extLst>
                  <a:ext uri="{FF2B5EF4-FFF2-40B4-BE49-F238E27FC236}">
                    <a16:creationId xmlns:a16="http://schemas.microsoft.com/office/drawing/2014/main" id="{03F86ADC-5D41-4EB4-8502-9F9F1A5415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3947" y="3893859"/>
                <a:ext cx="377026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tangle 50">
                <a:extLst>
                  <a:ext uri="{FF2B5EF4-FFF2-40B4-BE49-F238E27FC236}">
                    <a16:creationId xmlns:a16="http://schemas.microsoft.com/office/drawing/2014/main" id="{E67698E8-6D20-47D6-9272-C65613CD2D57}"/>
                  </a:ext>
                </a:extLst>
              </p:cNvPr>
              <p:cNvSpPr/>
              <p:nvPr/>
            </p:nvSpPr>
            <p:spPr>
              <a:xfrm>
                <a:off x="9176543" y="3881092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6" name="Rectangle 50">
                <a:extLst>
                  <a:ext uri="{FF2B5EF4-FFF2-40B4-BE49-F238E27FC236}">
                    <a16:creationId xmlns:a16="http://schemas.microsoft.com/office/drawing/2014/main" id="{E67698E8-6D20-47D6-9272-C65613CD2D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6543" y="3881092"/>
                <a:ext cx="377026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ectangle 76">
            <a:extLst>
              <a:ext uri="{FF2B5EF4-FFF2-40B4-BE49-F238E27FC236}">
                <a16:creationId xmlns:a16="http://schemas.microsoft.com/office/drawing/2014/main" id="{6DF36159-E8A6-409F-B925-673BFD2BF2D0}"/>
              </a:ext>
            </a:extLst>
          </p:cNvPr>
          <p:cNvSpPr/>
          <p:nvPr/>
        </p:nvSpPr>
        <p:spPr>
          <a:xfrm>
            <a:off x="6337524" y="3609522"/>
            <a:ext cx="16998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tabLst>
                <a:tab pos="538163" algn="ctr"/>
                <a:tab pos="985838" algn="ctr"/>
                <a:tab pos="1436688" algn="ctr"/>
              </a:tabLst>
            </a:pPr>
            <a:r>
              <a:rPr lang="en-HK">
                <a:solidFill>
                  <a:srgbClr val="0033CC"/>
                </a:solidFill>
              </a:rPr>
              <a:t>5.	1	1	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80A454A-8E99-4EDA-A226-F62A90A7AF9F}"/>
                  </a:ext>
                </a:extLst>
              </p:cNvPr>
              <p:cNvSpPr/>
              <p:nvPr/>
            </p:nvSpPr>
            <p:spPr>
              <a:xfrm>
                <a:off x="9486302" y="1639987"/>
                <a:ext cx="4251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80A454A-8E99-4EDA-A226-F62A90A7AF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6302" y="1639987"/>
                <a:ext cx="425116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27A08466-04E9-4D63-A21E-489A165EBF80}"/>
                  </a:ext>
                </a:extLst>
              </p:cNvPr>
              <p:cNvSpPr/>
              <p:nvPr/>
            </p:nvSpPr>
            <p:spPr>
              <a:xfrm>
                <a:off x="10237554" y="2848994"/>
                <a:ext cx="4251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27A08466-04E9-4D63-A21E-489A165EBF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7554" y="2848994"/>
                <a:ext cx="42511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E4E14CF9-D9E8-441C-AFFF-DDF8411F72E2}"/>
                  </a:ext>
                </a:extLst>
              </p:cNvPr>
              <p:cNvSpPr/>
              <p:nvPr/>
            </p:nvSpPr>
            <p:spPr>
              <a:xfrm>
                <a:off x="10519601" y="3893536"/>
                <a:ext cx="4251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E4E14CF9-D9E8-441C-AFFF-DDF8411F72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9601" y="3893536"/>
                <a:ext cx="425116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CBB70210-1D2A-47C4-AE77-C305F4FA2591}"/>
              </a:ext>
            </a:extLst>
          </p:cNvPr>
          <p:cNvSpPr/>
          <p:nvPr/>
        </p:nvSpPr>
        <p:spPr>
          <a:xfrm>
            <a:off x="6339087" y="3915465"/>
            <a:ext cx="16998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tabLst>
                <a:tab pos="538163" algn="ctr"/>
                <a:tab pos="985838" algn="ctr"/>
                <a:tab pos="1436688" algn="ctr"/>
              </a:tabLst>
            </a:pPr>
            <a:r>
              <a:rPr lang="en-HK">
                <a:solidFill>
                  <a:srgbClr val="7030A0"/>
                </a:solidFill>
              </a:rPr>
              <a:t>6.	0	2	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FCBB2C58-D5F6-40FE-892D-664A6C5CE914}"/>
                  </a:ext>
                </a:extLst>
              </p:cNvPr>
              <p:cNvSpPr/>
              <p:nvPr/>
            </p:nvSpPr>
            <p:spPr>
              <a:xfrm>
                <a:off x="9658817" y="1644424"/>
                <a:ext cx="4251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FCBB2C58-D5F6-40FE-892D-664A6C5CE9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8817" y="1644424"/>
                <a:ext cx="425116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1660BE02-D0F0-430C-AF06-BD8EA57207D5}"/>
                  </a:ext>
                </a:extLst>
              </p:cNvPr>
              <p:cNvSpPr/>
              <p:nvPr/>
            </p:nvSpPr>
            <p:spPr>
              <a:xfrm>
                <a:off x="8421553" y="2805449"/>
                <a:ext cx="4251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1660BE02-D0F0-430C-AF06-BD8EA57207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1553" y="2805449"/>
                <a:ext cx="425116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Group 33">
            <a:extLst>
              <a:ext uri="{FF2B5EF4-FFF2-40B4-BE49-F238E27FC236}">
                <a16:creationId xmlns:a16="http://schemas.microsoft.com/office/drawing/2014/main" id="{0B10B3CB-AAD2-4D25-B7AE-7F09A8C07537}"/>
              </a:ext>
            </a:extLst>
          </p:cNvPr>
          <p:cNvGrpSpPr/>
          <p:nvPr/>
        </p:nvGrpSpPr>
        <p:grpSpPr>
          <a:xfrm>
            <a:off x="10292912" y="3449027"/>
            <a:ext cx="905019" cy="819568"/>
            <a:chOff x="10176489" y="3357456"/>
            <a:chExt cx="905019" cy="819568"/>
          </a:xfrm>
        </p:grpSpPr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1669D6B6-9A74-4630-B935-ECC097712E95}"/>
                </a:ext>
              </a:extLst>
            </p:cNvPr>
            <p:cNvCxnSpPr>
              <a:cxnSpLocks/>
              <a:endCxn id="86" idx="0"/>
            </p:cNvCxnSpPr>
            <p:nvPr/>
          </p:nvCxnSpPr>
          <p:spPr>
            <a:xfrm>
              <a:off x="10176489" y="3357456"/>
              <a:ext cx="905019" cy="8195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9A41011-7433-410D-9DF2-9AED210C9A4D}"/>
                </a:ext>
              </a:extLst>
            </p:cNvPr>
            <p:cNvSpPr txBox="1"/>
            <p:nvPr/>
          </p:nvSpPr>
          <p:spPr>
            <a:xfrm>
              <a:off x="10534961" y="34171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2</a:t>
              </a:r>
            </a:p>
          </p:txBody>
        </p:sp>
      </p:grpSp>
      <p:sp>
        <p:nvSpPr>
          <p:cNvPr id="86" name="Rectangle 36">
            <a:extLst>
              <a:ext uri="{FF2B5EF4-FFF2-40B4-BE49-F238E27FC236}">
                <a16:creationId xmlns:a16="http://schemas.microsoft.com/office/drawing/2014/main" id="{610F94CB-B20A-42E9-9681-0D73EEBE2C6B}"/>
              </a:ext>
            </a:extLst>
          </p:cNvPr>
          <p:cNvSpPr/>
          <p:nvPr/>
        </p:nvSpPr>
        <p:spPr>
          <a:xfrm>
            <a:off x="10983019" y="4268595"/>
            <a:ext cx="429824" cy="455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HK"/>
              <a:t>_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 39">
                <a:extLst>
                  <a:ext uri="{FF2B5EF4-FFF2-40B4-BE49-F238E27FC236}">
                    <a16:creationId xmlns:a16="http://schemas.microsoft.com/office/drawing/2014/main" id="{D74AF20F-6D00-45F0-87F6-8D412FCD5C2A}"/>
                  </a:ext>
                </a:extLst>
              </p:cNvPr>
              <p:cNvSpPr/>
              <p:nvPr/>
            </p:nvSpPr>
            <p:spPr>
              <a:xfrm>
                <a:off x="11140863" y="3893859"/>
                <a:ext cx="3930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7" name="Rectangle 39">
                <a:extLst>
                  <a:ext uri="{FF2B5EF4-FFF2-40B4-BE49-F238E27FC236}">
                    <a16:creationId xmlns:a16="http://schemas.microsoft.com/office/drawing/2014/main" id="{D74AF20F-6D00-45F0-87F6-8D412FCD5C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0863" y="3893859"/>
                <a:ext cx="393056" cy="369332"/>
              </a:xfrm>
              <a:prstGeom prst="rect">
                <a:avLst/>
              </a:prstGeom>
              <a:blipFill>
                <a:blip r:embed="rId21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3353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animClr clrSpc="rgb" dir="cw">
                                      <p:cBhvr>
                                        <p:cTn id="100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01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7" presetClass="emph" presetSubtype="0" fill="remove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animClr clrSpc="rgb" dir="cw">
                                      <p:cBhvr>
                                        <p:cTn id="127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28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9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3" grpId="1" animBg="1"/>
      <p:bldP spid="53" grpId="2" animBg="1"/>
      <p:bldP spid="60" grpId="0" animBg="1"/>
      <p:bldP spid="67" grpId="0" animBg="1"/>
      <p:bldP spid="68" grpId="0" animBg="1"/>
      <p:bldP spid="68" grpId="1" animBg="1"/>
      <p:bldP spid="68" grpId="2" animBg="1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32" grpId="0"/>
      <p:bldP spid="78" grpId="0"/>
      <p:bldP spid="79" grpId="0"/>
      <p:bldP spid="33" grpId="0"/>
      <p:bldP spid="80" grpId="0"/>
      <p:bldP spid="81" grpId="0"/>
      <p:bldP spid="86" grpId="0" animBg="1"/>
      <p:bldP spid="8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6AC7FE-26EC-4E18-AF2E-611EB9CCB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How to find good splitting attribute?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D8B687D-9D1B-426D-8230-85832051A4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31490" y="1779104"/>
                <a:ext cx="7101871" cy="4487543"/>
              </a:xfrm>
            </p:spPr>
            <p:txBody>
              <a:bodyPr>
                <a:normAutofit/>
              </a:bodyPr>
              <a:lstStyle/>
              <a:p>
                <a:r>
                  <a:rPr lang="en-HK" dirty="0"/>
                  <a:t>Given the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HK" dirty="0"/>
                  <a:t> to split, choose the splitting attribute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HK" dirty="0"/>
                  <a:t> </a:t>
                </a:r>
                <a:r>
                  <a:rPr lang="en-US" dirty="0"/>
                  <a:t>that </a:t>
                </a:r>
                <a:r>
                  <a:rPr lang="en-HK" dirty="0"/>
                  <a:t>minimizes e_________________ of decision stump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HK" dirty="0"/>
                  <a:t>.</a:t>
                </a:r>
              </a:p>
              <a:p>
                <a:r>
                  <a:rPr lang="en-HK" dirty="0"/>
                  <a:t>What is the precise formula?</a:t>
                </a:r>
              </a:p>
              <a:p>
                <a:pPr marL="0" indent="0">
                  <a:buNone/>
                </a:pPr>
                <a:r>
                  <a:rPr lang="en-HK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HK">
                            <a:latin typeface="Cambria Math" panose="02040503050406030204" pitchFamily="18" charset="0"/>
                          </a:rPr>
                          <m:t>Misclass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HK" i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d>
                      <m:d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HK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HK" i="1">
                        <a:latin typeface="Cambria Math" panose="02040503050406030204" pitchFamily="18" charset="0"/>
                      </a:rPr>
                      <m:t>≔</m:t>
                    </m:r>
                    <m:nary>
                      <m:naryPr>
                        <m:chr m:val="∑"/>
                        <m:supHide m:val="on"/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HK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f>
                          <m:fPr>
                            <m:ctrlPr>
                              <a:rPr lang="en-HK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HK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HK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K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HK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HK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HK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den>
                        </m:f>
                        <m:d>
                          <m:dPr>
                            <m:ctrlPr>
                              <a:rPr lang="en-HK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HK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unc>
                              <m:funcPr>
                                <m:ctrlPr>
                                  <a:rPr lang="en-HK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HK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HK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lang="en-HK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lim>
                                </m:limLow>
                              </m:fName>
                              <m:e>
                                <m:sSub>
                                  <m:sSubPr>
                                    <m:ctrlPr>
                                      <a:rPr lang="en-HK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K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HK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HK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HK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func>
                          </m:e>
                        </m:d>
                      </m:e>
                    </m:nary>
                  </m:oMath>
                </a14:m>
                <a:r>
                  <a:rPr lang="en-US" i="1" dirty="0">
                    <a:solidFill>
                      <a:srgbClr val="0033CC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HK" dirty="0"/>
                  <a:t>				</a:t>
                </a:r>
                <a14:m>
                  <m:oMath xmlns:m="http://schemas.openxmlformats.org/officeDocument/2006/math">
                    <m:r>
                      <a:rPr lang="en-HK" i="1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supHide m:val="on"/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HK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f>
                          <m:fPr>
                            <m:ctrlPr>
                              <a:rPr lang="en-HK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HK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HK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K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HK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HK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HK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den>
                        </m:f>
                      </m:e>
                    </m:nary>
                    <m:func>
                      <m:func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HK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HK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HK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H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HK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HK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HK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HK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HK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HK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HK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HK" dirty="0"/>
                  <a:t>: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for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HK" dirty="0"/>
                  <a:t> of tuples in </a:t>
                </a:r>
                <a14:m>
                  <m:oMath xmlns:m="http://schemas.openxmlformats.org/officeDocument/2006/math">
                    <m:r>
                      <a:rPr lang="en-HK" i="1" dirty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HK" dirty="0"/>
                  <a:t> satisfying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HK" i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HK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HK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HK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HK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HK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HK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HK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HK" dirty="0"/>
                  <a:t>: fraction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HK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{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}|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lang="en-HK" dirty="0"/>
                  <a:t> of tuples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HK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HK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HK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dirty="0"/>
                  <a:t>belonging to class </a:t>
                </a:r>
                <a14:m>
                  <m:oMath xmlns:m="http://schemas.openxmlformats.org/officeDocument/2006/math">
                    <m:r>
                      <a:rPr lang="en-HK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HK" dirty="0"/>
                  <a:t>.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D8B687D-9D1B-426D-8230-85832051A4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31490" y="1779104"/>
                <a:ext cx="7101871" cy="4487543"/>
              </a:xfrm>
              <a:blipFill>
                <a:blip r:embed="rId2"/>
                <a:stretch>
                  <a:fillRect l="-601" t="-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3631F9-E590-445B-98A4-E7DC4F00B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A43BDA6-AF63-4AB1-880E-142C193DA9C1}"/>
              </a:ext>
            </a:extLst>
          </p:cNvPr>
          <p:cNvGrpSpPr/>
          <p:nvPr/>
        </p:nvGrpSpPr>
        <p:grpSpPr>
          <a:xfrm>
            <a:off x="9377868" y="3128643"/>
            <a:ext cx="1572231" cy="311935"/>
            <a:chOff x="9377868" y="3128643"/>
            <a:chExt cx="1572231" cy="3119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DE747F2B-1AB7-44AA-9D60-26732A201997}"/>
                    </a:ext>
                  </a:extLst>
                </p:cNvPr>
                <p:cNvSpPr/>
                <p:nvPr/>
              </p:nvSpPr>
              <p:spPr>
                <a:xfrm>
                  <a:off x="10518442" y="3132801"/>
                  <a:ext cx="431657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HK" sz="1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/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DE747F2B-1AB7-44AA-9D60-26732A2019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18442" y="3132801"/>
                  <a:ext cx="431657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41F8B966-C3D6-4B60-AA78-D70BC0BF199B}"/>
                    </a:ext>
                  </a:extLst>
                </p:cNvPr>
                <p:cNvSpPr/>
                <p:nvPr/>
              </p:nvSpPr>
              <p:spPr>
                <a:xfrm>
                  <a:off x="9377868" y="3128643"/>
                  <a:ext cx="431657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HK" sz="1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HK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400"/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41F8B966-C3D6-4B60-AA78-D70BC0BF19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77868" y="3128643"/>
                  <a:ext cx="431657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1AAB1D1-AF32-4D1B-950F-A0327E9000DA}"/>
              </a:ext>
            </a:extLst>
          </p:cNvPr>
          <p:cNvGrpSpPr/>
          <p:nvPr/>
        </p:nvGrpSpPr>
        <p:grpSpPr>
          <a:xfrm>
            <a:off x="8159598" y="2007900"/>
            <a:ext cx="2838853" cy="1931765"/>
            <a:chOff x="8159598" y="2007900"/>
            <a:chExt cx="2838853" cy="1931765"/>
          </a:xfrm>
        </p:grpSpPr>
        <p:grpSp>
          <p:nvGrpSpPr>
            <p:cNvPr id="7" name="Group 16">
              <a:extLst>
                <a:ext uri="{FF2B5EF4-FFF2-40B4-BE49-F238E27FC236}">
                  <a16:creationId xmlns:a16="http://schemas.microsoft.com/office/drawing/2014/main" id="{E9A27A8A-A0DF-4CF3-A584-A7921342C4B9}"/>
                </a:ext>
              </a:extLst>
            </p:cNvPr>
            <p:cNvGrpSpPr/>
            <p:nvPr/>
          </p:nvGrpSpPr>
          <p:grpSpPr>
            <a:xfrm>
              <a:off x="9006466" y="2314579"/>
              <a:ext cx="1395600" cy="1101528"/>
              <a:chOff x="4841098" y="2798267"/>
              <a:chExt cx="1395600" cy="1101528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" name="Oval 9">
                    <a:extLst>
                      <a:ext uri="{FF2B5EF4-FFF2-40B4-BE49-F238E27FC236}">
                        <a16:creationId xmlns:a16="http://schemas.microsoft.com/office/drawing/2014/main" id="{485965C8-6966-4097-BBFD-B9CA0DF45359}"/>
                      </a:ext>
                    </a:extLst>
                  </p:cNvPr>
                  <p:cNvSpPr/>
                  <p:nvPr/>
                </p:nvSpPr>
                <p:spPr>
                  <a:xfrm>
                    <a:off x="5284701" y="2798267"/>
                    <a:ext cx="520700" cy="520700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HK" dirty="0"/>
                  </a:p>
                </p:txBody>
              </p:sp>
            </mc:Choice>
            <mc:Fallback>
              <p:sp>
                <p:nvSpPr>
                  <p:cNvPr id="8" name="Oval 9">
                    <a:extLst>
                      <a:ext uri="{FF2B5EF4-FFF2-40B4-BE49-F238E27FC236}">
                        <a16:creationId xmlns:a16="http://schemas.microsoft.com/office/drawing/2014/main" id="{485965C8-6966-4097-BBFD-B9CA0DF4535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84701" y="2798267"/>
                    <a:ext cx="520700" cy="52070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16E1A462-E98F-4292-BD52-4795F8BCC80B}"/>
                  </a:ext>
                </a:extLst>
              </p:cNvPr>
              <p:cNvGrpSpPr/>
              <p:nvPr/>
            </p:nvGrpSpPr>
            <p:grpSpPr>
              <a:xfrm>
                <a:off x="4841098" y="3242712"/>
                <a:ext cx="507112" cy="657083"/>
                <a:chOff x="4841098" y="3242712"/>
                <a:chExt cx="507112" cy="657083"/>
              </a:xfrm>
            </p:grpSpPr>
            <p:cxnSp>
              <p:nvCxnSpPr>
                <p:cNvPr id="13" name="Straight Arrow Connector 20">
                  <a:extLst>
                    <a:ext uri="{FF2B5EF4-FFF2-40B4-BE49-F238E27FC236}">
                      <a16:creationId xmlns:a16="http://schemas.microsoft.com/office/drawing/2014/main" id="{E10096AA-40AF-40A7-9CA2-B50C870D9D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30782" y="3242712"/>
                  <a:ext cx="317428" cy="65708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4" name="TextBox 21">
                  <a:extLst>
                    <a:ext uri="{FF2B5EF4-FFF2-40B4-BE49-F238E27FC236}">
                      <a16:creationId xmlns:a16="http://schemas.microsoft.com/office/drawing/2014/main" id="{BC535464-DFF1-48C5-A052-9ABEF5041ABD}"/>
                    </a:ext>
                  </a:extLst>
                </p:cNvPr>
                <p:cNvSpPr txBox="1"/>
                <p:nvPr/>
              </p:nvSpPr>
              <p:spPr>
                <a:xfrm>
                  <a:off x="4841098" y="3384703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/>
                    <a:t>0</a:t>
                  </a:r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C64C6588-9CFD-4F43-87C6-A6E525D93AC2}"/>
                  </a:ext>
                </a:extLst>
              </p:cNvPr>
              <p:cNvGrpSpPr/>
              <p:nvPr/>
            </p:nvGrpSpPr>
            <p:grpSpPr>
              <a:xfrm>
                <a:off x="5729146" y="3242712"/>
                <a:ext cx="507552" cy="653214"/>
                <a:chOff x="5729146" y="3242712"/>
                <a:chExt cx="507552" cy="653214"/>
              </a:xfrm>
            </p:grpSpPr>
            <p:cxnSp>
              <p:nvCxnSpPr>
                <p:cNvPr id="11" name="Straight Arrow Connector 34">
                  <a:extLst>
                    <a:ext uri="{FF2B5EF4-FFF2-40B4-BE49-F238E27FC236}">
                      <a16:creationId xmlns:a16="http://schemas.microsoft.com/office/drawing/2014/main" id="{9D457FEC-2C09-46BB-90DE-99A1315F5586}"/>
                    </a:ext>
                  </a:extLst>
                </p:cNvPr>
                <p:cNvCxnSpPr>
                  <a:cxnSpLocks/>
                  <a:stCxn id="8" idx="5"/>
                  <a:endCxn id="18" idx="0"/>
                </p:cNvCxnSpPr>
                <p:nvPr/>
              </p:nvCxnSpPr>
              <p:spPr>
                <a:xfrm>
                  <a:off x="5729146" y="3242712"/>
                  <a:ext cx="258543" cy="65321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2" name="TextBox 35">
                  <a:extLst>
                    <a:ext uri="{FF2B5EF4-FFF2-40B4-BE49-F238E27FC236}">
                      <a16:creationId xmlns:a16="http://schemas.microsoft.com/office/drawing/2014/main" id="{CAD13047-21CF-44F7-9176-FE3FF39A45AC}"/>
                    </a:ext>
                  </a:extLst>
                </p:cNvPr>
                <p:cNvSpPr txBox="1"/>
                <p:nvPr/>
              </p:nvSpPr>
              <p:spPr>
                <a:xfrm>
                  <a:off x="5923792" y="3431823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/>
                    <a:t>1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5" name="Content Placeholder 27">
                  <a:extLst>
                    <a:ext uri="{FF2B5EF4-FFF2-40B4-BE49-F238E27FC236}">
                      <a16:creationId xmlns:a16="http://schemas.microsoft.com/office/drawing/2014/main" id="{A47B1B1A-C705-4F13-8F1A-F3262DEFB917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382071936"/>
                    </p:ext>
                  </p:extLst>
                </p:nvPr>
              </p:nvGraphicFramePr>
              <p:xfrm>
                <a:off x="9437615" y="3391025"/>
                <a:ext cx="23389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33891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15" name="Content Placeholder 27">
                  <a:extLst>
                    <a:ext uri="{FF2B5EF4-FFF2-40B4-BE49-F238E27FC236}">
                      <a16:creationId xmlns:a16="http://schemas.microsoft.com/office/drawing/2014/main" id="{A47B1B1A-C705-4F13-8F1A-F3262DEFB917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382071936"/>
                    </p:ext>
                  </p:extLst>
                </p:nvPr>
              </p:nvGraphicFramePr>
              <p:xfrm>
                <a:off x="9437615" y="3391025"/>
                <a:ext cx="23389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33891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6" name="Content Placeholder 27">
                  <a:extLst>
                    <a:ext uri="{FF2B5EF4-FFF2-40B4-BE49-F238E27FC236}">
                      <a16:creationId xmlns:a16="http://schemas.microsoft.com/office/drawing/2014/main" id="{ED716EE4-5411-48CC-AA74-B2D5BC29F81E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521968684"/>
                    </p:ext>
                  </p:extLst>
                </p:nvPr>
              </p:nvGraphicFramePr>
              <p:xfrm>
                <a:off x="10370540" y="3369689"/>
                <a:ext cx="6279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11351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08280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pPr marL="0" algn="l" defTabSz="457200" rtl="0" eaLnBrk="1" latinLnBrk="0" hangingPunct="1"/>
                            <a:r>
                              <a:rPr lang="en-HK" sz="1200" kern="1200">
                                <a:solidFill>
                                  <a:srgbClr val="C00000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algn="l" defTabSz="457200" rtl="0" eaLnBrk="1" latinLnBrk="0" hangingPunct="1"/>
                            <a:r>
                              <a:rPr lang="en-HK" sz="12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algn="l" defTabSz="457200" rtl="0" eaLnBrk="1" latinLnBrk="0" hangingPunct="1"/>
                            <a:r>
                              <a:rPr lang="en-HK" sz="12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a:t>4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pPr marL="0" algn="l" defTabSz="457200" rtl="0" eaLnBrk="1" latinLnBrk="0" hangingPunct="1"/>
                            <a:r>
                              <a:rPr lang="en-HK" sz="1200" kern="1200">
                                <a:solidFill>
                                  <a:srgbClr val="C00000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algn="l" defTabSz="457200" rtl="0" eaLnBrk="1" latinLnBrk="0" hangingPunct="1"/>
                            <a:r>
                              <a:rPr lang="en-HK" sz="12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algn="l" defTabSz="457200" rtl="0" eaLnBrk="1" latinLnBrk="0" hangingPunct="1"/>
                            <a:r>
                              <a:rPr lang="en-HK" sz="12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16" name="Content Placeholder 27">
                  <a:extLst>
                    <a:ext uri="{FF2B5EF4-FFF2-40B4-BE49-F238E27FC236}">
                      <a16:creationId xmlns:a16="http://schemas.microsoft.com/office/drawing/2014/main" id="{ED716EE4-5411-48CC-AA74-B2D5BC29F81E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521968684"/>
                    </p:ext>
                  </p:extLst>
                </p:nvPr>
              </p:nvGraphicFramePr>
              <p:xfrm>
                <a:off x="10370540" y="3369689"/>
                <a:ext cx="6279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11351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08280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pPr marL="0" algn="l" defTabSz="457200" rtl="0" eaLnBrk="1" latinLnBrk="0" hangingPunct="1"/>
                            <a:r>
                              <a:rPr lang="en-HK" sz="1200" kern="1200">
                                <a:solidFill>
                                  <a:srgbClr val="C00000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algn="l" defTabSz="457200" rtl="0" eaLnBrk="1" latinLnBrk="0" hangingPunct="1"/>
                            <a:r>
                              <a:rPr lang="en-HK" sz="12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algn="l" defTabSz="457200" rtl="0" eaLnBrk="1" latinLnBrk="0" hangingPunct="1"/>
                            <a:r>
                              <a:rPr lang="en-HK" sz="12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a:t>4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pPr marL="0" algn="l" defTabSz="457200" rtl="0" eaLnBrk="1" latinLnBrk="0" hangingPunct="1"/>
                            <a:r>
                              <a:rPr lang="en-HK" sz="1200" kern="1200">
                                <a:solidFill>
                                  <a:srgbClr val="C00000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algn="l" defTabSz="457200" rtl="0" eaLnBrk="1" latinLnBrk="0" hangingPunct="1"/>
                            <a:r>
                              <a:rPr lang="en-HK" sz="12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 marL="0" algn="l" defTabSz="457200" rtl="0" eaLnBrk="1" latinLnBrk="0" hangingPunct="1"/>
                            <a:r>
                              <a:rPr lang="en-HK" sz="12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38">
                  <a:extLst>
                    <a:ext uri="{FF2B5EF4-FFF2-40B4-BE49-F238E27FC236}">
                      <a16:creationId xmlns:a16="http://schemas.microsoft.com/office/drawing/2014/main" id="{B951D3F0-C306-4A6E-83A3-6AD087583740}"/>
                    </a:ext>
                  </a:extLst>
                </p:cNvPr>
                <p:cNvSpPr/>
                <p:nvPr/>
              </p:nvSpPr>
              <p:spPr>
                <a:xfrm>
                  <a:off x="9003376" y="3416107"/>
                  <a:ext cx="426680" cy="455805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HK"/>
                </a:p>
              </p:txBody>
            </p:sp>
          </mc:Choice>
          <mc:Fallback xmlns="">
            <p:sp>
              <p:nvSpPr>
                <p:cNvPr id="17" name="Rectangle 38">
                  <a:extLst>
                    <a:ext uri="{FF2B5EF4-FFF2-40B4-BE49-F238E27FC236}">
                      <a16:creationId xmlns:a16="http://schemas.microsoft.com/office/drawing/2014/main" id="{B951D3F0-C306-4A6E-83A3-6AD0875837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3376" y="3416107"/>
                  <a:ext cx="426680" cy="45580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39">
                  <a:extLst>
                    <a:ext uri="{FF2B5EF4-FFF2-40B4-BE49-F238E27FC236}">
                      <a16:creationId xmlns:a16="http://schemas.microsoft.com/office/drawing/2014/main" id="{BB8DF945-278C-42C3-9112-AEA118032CD9}"/>
                    </a:ext>
                  </a:extLst>
                </p:cNvPr>
                <p:cNvSpPr/>
                <p:nvPr/>
              </p:nvSpPr>
              <p:spPr>
                <a:xfrm>
                  <a:off x="9938145" y="3412238"/>
                  <a:ext cx="429824" cy="455805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HK"/>
                </a:p>
              </p:txBody>
            </p:sp>
          </mc:Choice>
          <mc:Fallback xmlns="">
            <p:sp>
              <p:nvSpPr>
                <p:cNvPr id="18" name="Rectangle 39">
                  <a:extLst>
                    <a:ext uri="{FF2B5EF4-FFF2-40B4-BE49-F238E27FC236}">
                      <a16:creationId xmlns:a16="http://schemas.microsoft.com/office/drawing/2014/main" id="{BB8DF945-278C-42C3-9112-AEA118032C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38145" y="3412238"/>
                  <a:ext cx="429824" cy="45580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4AEDA47A-89F3-4933-B609-DBDF91BE69EB}"/>
                    </a:ext>
                  </a:extLst>
                </p:cNvPr>
                <p:cNvSpPr/>
                <p:nvPr/>
              </p:nvSpPr>
              <p:spPr>
                <a:xfrm>
                  <a:off x="8639629" y="2007900"/>
                  <a:ext cx="364651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sz="1400"/>
                </a:p>
              </p:txBody>
            </p:sp>
          </mc:Choice>
          <mc:Fallback xmlns="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4AEDA47A-89F3-4933-B609-DBDF91BE69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9629" y="2007900"/>
                  <a:ext cx="364651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3" name="Content Placeholder 27">
                  <a:extLst>
                    <a:ext uri="{FF2B5EF4-FFF2-40B4-BE49-F238E27FC236}">
                      <a16:creationId xmlns:a16="http://schemas.microsoft.com/office/drawing/2014/main" id="{727988CC-5589-482B-BD0B-DFA5BF35ED65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4014328322"/>
                    </p:ext>
                  </p:extLst>
                </p:nvPr>
              </p:nvGraphicFramePr>
              <p:xfrm>
                <a:off x="8159598" y="2285984"/>
                <a:ext cx="1132543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40532">
                        <a:extLst>
                          <a:ext uri="{9D8B030D-6E8A-4147-A177-3AD203B41FA5}">
                            <a16:colId xmlns:a16="http://schemas.microsoft.com/office/drawing/2014/main" val="4203508083"/>
                          </a:ext>
                        </a:extLst>
                      </a:gridCol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r>
                                    <a:rPr lang="en-HK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oMath>
                              </m:oMathPara>
                            </a14:m>
                            <a:endParaRPr lang="en-HK" sz="1200"/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4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sSub>
                                    <m:sSubPr>
                                      <m:ctrlPr>
                                        <a:rPr lang="en-HK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sz="12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HK" sz="1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oMath>
                              </m:oMathPara>
                            </a14:m>
                            <a:endParaRPr lang="en-HK" sz="1200"/>
                          </a:p>
                        </a:txBody>
                        <a:tcPr>
                          <a:lnL>
                            <a:noFill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23" name="Content Placeholder 27">
                  <a:extLst>
                    <a:ext uri="{FF2B5EF4-FFF2-40B4-BE49-F238E27FC236}">
                      <a16:creationId xmlns:a16="http://schemas.microsoft.com/office/drawing/2014/main" id="{727988CC-5589-482B-BD0B-DFA5BF35ED65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4014328322"/>
                    </p:ext>
                  </p:extLst>
                </p:nvPr>
              </p:nvGraphicFramePr>
              <p:xfrm>
                <a:off x="8159598" y="2285984"/>
                <a:ext cx="1132543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40532">
                        <a:extLst>
                          <a:ext uri="{9D8B030D-6E8A-4147-A177-3AD203B41FA5}">
                            <a16:colId xmlns:a16="http://schemas.microsoft.com/office/drawing/2014/main" val="4203508083"/>
                          </a:ext>
                        </a:extLst>
                      </a:gridCol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74320">
                      <a:tc>
                        <a:txBody>
                          <a:bodyPr/>
                          <a:lstStyle/>
                          <a:p>
                            <a:endParaRPr lang="en-US"/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blipFill>
                            <a:blip r:embed="rId9"/>
                            <a:stretch>
                              <a:fillRect r="-370000" b="-115217"/>
                            </a:stretch>
                          </a:blipFill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4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74320">
                      <a:tc>
                        <a:txBody>
                          <a:bodyPr/>
                          <a:lstStyle/>
                          <a:p>
                            <a:endParaRPr lang="en-US"/>
                          </a:p>
                        </a:txBody>
                        <a:tcPr>
                          <a:lnL>
                            <a:noFill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  <a:blipFill>
                            <a:blip r:embed="rId9"/>
                            <a:stretch>
                              <a:fillRect t="-102222" r="-370000" b="-17778"/>
                            </a:stretch>
                          </a:blipFill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1486F5F-E40B-4578-9BD6-55223C60A090}"/>
              </a:ext>
            </a:extLst>
          </p:cNvPr>
          <p:cNvGrpSpPr/>
          <p:nvPr/>
        </p:nvGrpSpPr>
        <p:grpSpPr>
          <a:xfrm>
            <a:off x="8649782" y="5351341"/>
            <a:ext cx="2405149" cy="461109"/>
            <a:chOff x="8649782" y="5351341"/>
            <a:chExt cx="2405149" cy="4611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2E0B6EBA-7537-4DDA-A901-AB547F3E5815}"/>
                    </a:ext>
                  </a:extLst>
                </p:cNvPr>
                <p:cNvSpPr/>
                <p:nvPr/>
              </p:nvSpPr>
              <p:spPr>
                <a:xfrm>
                  <a:off x="8649782" y="5357710"/>
                  <a:ext cx="1092735" cy="45474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HK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HK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HK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HK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HK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HK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HK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|0</m:t>
                                </m:r>
                              </m:sub>
                            </m:sSub>
                          </m:e>
                        </m:func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2E0B6EBA-7537-4DDA-A901-AB547F3E58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9782" y="5357710"/>
                  <a:ext cx="1092735" cy="454740"/>
                </a:xfrm>
                <a:prstGeom prst="rect">
                  <a:avLst/>
                </a:prstGeom>
                <a:blipFill>
                  <a:blip r:embed="rId10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A11A1A34-71EA-4933-8F71-FF2F8FC1AF10}"/>
                    </a:ext>
                  </a:extLst>
                </p:cNvPr>
                <p:cNvSpPr/>
                <p:nvPr/>
              </p:nvSpPr>
              <p:spPr>
                <a:xfrm>
                  <a:off x="9962196" y="5351341"/>
                  <a:ext cx="1092735" cy="45474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HK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HK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HK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HK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HK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HK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HK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|1</m:t>
                                </m:r>
                              </m:sub>
                            </m:sSub>
                          </m:e>
                        </m:func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A11A1A34-71EA-4933-8F71-FF2F8FC1AF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2196" y="5351341"/>
                  <a:ext cx="1092735" cy="454740"/>
                </a:xfrm>
                <a:prstGeom prst="rect">
                  <a:avLst/>
                </a:prstGeom>
                <a:blipFill>
                  <a:blip r:embed="rId11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BBFB1E0-3A45-421F-85EA-A09B1AA3BBAA}"/>
              </a:ext>
            </a:extLst>
          </p:cNvPr>
          <p:cNvGrpSpPr/>
          <p:nvPr/>
        </p:nvGrpSpPr>
        <p:grpSpPr>
          <a:xfrm>
            <a:off x="8639629" y="4495661"/>
            <a:ext cx="2683960" cy="813907"/>
            <a:chOff x="8639629" y="4495661"/>
            <a:chExt cx="2683960" cy="8139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0F671B6-54B9-4090-9AD9-284F9E601D26}"/>
                    </a:ext>
                  </a:extLst>
                </p:cNvPr>
                <p:cNvSpPr/>
                <p:nvPr/>
              </p:nvSpPr>
              <p:spPr>
                <a:xfrm>
                  <a:off x="8639629" y="4521148"/>
                  <a:ext cx="1057341" cy="3942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HK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HK" i="1">
                                <a:latin typeface="Cambria Math" panose="02040503050406030204" pitchFamily="18" charset="0"/>
                              </a:rPr>
                              <m:t>0|</m:t>
                            </m:r>
                            <m:r>
                              <m:rPr>
                                <m:brk m:alnAt="7"/>
                              </m:rPr>
                              <a:rPr lang="en-HK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0F671B6-54B9-4090-9AD9-284F9E601D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9629" y="4521148"/>
                  <a:ext cx="1057341" cy="394210"/>
                </a:xfrm>
                <a:prstGeom prst="rect">
                  <a:avLst/>
                </a:prstGeom>
                <a:blipFill>
                  <a:blip r:embed="rId12"/>
                  <a:stretch>
                    <a:fillRect b="-109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CDCF3AA-7154-4D0D-8804-C7FDEF36A3B3}"/>
                    </a:ext>
                  </a:extLst>
                </p:cNvPr>
                <p:cNvSpPr/>
                <p:nvPr/>
              </p:nvSpPr>
              <p:spPr>
                <a:xfrm>
                  <a:off x="9950801" y="4495661"/>
                  <a:ext cx="1026884" cy="41646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HK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HK" i="1">
                                <a:latin typeface="Cambria Math" panose="02040503050406030204" pitchFamily="18" charset="0"/>
                              </a:rPr>
                              <m:t>0|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box>
                          <m:box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box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CDCF3AA-7154-4D0D-8804-C7FDEF36A3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50801" y="4495661"/>
                  <a:ext cx="1026884" cy="416461"/>
                </a:xfrm>
                <a:prstGeom prst="rect">
                  <a:avLst/>
                </a:prstGeom>
                <a:blipFill>
                  <a:blip r:embed="rId13"/>
                  <a:stretch>
                    <a:fillRect b="-724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D4EE8355-0D1B-48BA-B049-766A46C76292}"/>
                    </a:ext>
                  </a:extLst>
                </p:cNvPr>
                <p:cNvSpPr/>
                <p:nvPr/>
              </p:nvSpPr>
              <p:spPr>
                <a:xfrm>
                  <a:off x="9938145" y="4885116"/>
                  <a:ext cx="1385444" cy="3942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HK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HK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dirty="0"/>
                          <m:t>____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D4EE8355-0D1B-48BA-B049-766A46C7629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38145" y="4885116"/>
                  <a:ext cx="1385444" cy="394210"/>
                </a:xfrm>
                <a:prstGeom prst="rect">
                  <a:avLst/>
                </a:prstGeom>
                <a:blipFill>
                  <a:blip r:embed="rId14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F7A9173B-B945-4408-B5F2-0E17403CE4A6}"/>
                    </a:ext>
                  </a:extLst>
                </p:cNvPr>
                <p:cNvSpPr/>
                <p:nvPr/>
              </p:nvSpPr>
              <p:spPr>
                <a:xfrm>
                  <a:off x="8639629" y="4915358"/>
                  <a:ext cx="1052019" cy="3942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HK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HK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brk m:alnAt="7"/>
                              </m:rPr>
                              <a:rPr lang="en-HK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F7A9173B-B945-4408-B5F2-0E17403CE4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9629" y="4915358"/>
                  <a:ext cx="1052019" cy="394210"/>
                </a:xfrm>
                <a:prstGeom prst="rect">
                  <a:avLst/>
                </a:prstGeom>
                <a:blipFill>
                  <a:blip r:embed="rId15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58B55E4-AE53-4EE2-9ED7-7A286EC3CBB3}"/>
              </a:ext>
            </a:extLst>
          </p:cNvPr>
          <p:cNvGrpSpPr/>
          <p:nvPr/>
        </p:nvGrpSpPr>
        <p:grpSpPr>
          <a:xfrm>
            <a:off x="8746320" y="4072818"/>
            <a:ext cx="2365901" cy="547003"/>
            <a:chOff x="8746320" y="4072818"/>
            <a:chExt cx="2365901" cy="5470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4FE670C0-781C-4A13-9CB1-F4FF31161ED0}"/>
                    </a:ext>
                  </a:extLst>
                </p:cNvPr>
                <p:cNvSpPr/>
                <p:nvPr/>
              </p:nvSpPr>
              <p:spPr>
                <a:xfrm>
                  <a:off x="8746320" y="4072818"/>
                  <a:ext cx="953081" cy="53059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H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H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H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HK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H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HK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HK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a14:m>
                  <a:r>
                    <a:rPr lang="en-US"/>
                    <a:t> </a:t>
                  </a:r>
                </a:p>
              </p:txBody>
            </p:sp>
          </mc:Choice>
          <mc:Fallback xmlns="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4FE670C0-781C-4A13-9CB1-F4FF31161E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6320" y="4072818"/>
                  <a:ext cx="953081" cy="53059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A51F08D0-16CE-4B10-B559-BB4B9AAE2CD2}"/>
                    </a:ext>
                  </a:extLst>
                </p:cNvPr>
                <p:cNvSpPr/>
                <p:nvPr/>
              </p:nvSpPr>
              <p:spPr>
                <a:xfrm>
                  <a:off x="10038914" y="4089227"/>
                  <a:ext cx="1073307" cy="53059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H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H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H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HK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H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HK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HK" i="1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/>
                    <a:t>___</a:t>
                  </a:r>
                </a:p>
              </p:txBody>
            </p:sp>
          </mc:Choice>
          <mc:Fallback xmlns="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A51F08D0-16CE-4B10-B559-BB4B9AAE2C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8914" y="4089227"/>
                  <a:ext cx="1073307" cy="530594"/>
                </a:xfrm>
                <a:prstGeom prst="rect">
                  <a:avLst/>
                </a:prstGeom>
                <a:blipFill>
                  <a:blip r:embed="rId17"/>
                  <a:stretch>
                    <a:fillRect r="-39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0CCE5D2-E7A1-4C56-8563-16B0A797085E}"/>
              </a:ext>
            </a:extLst>
          </p:cNvPr>
          <p:cNvGrpSpPr/>
          <p:nvPr/>
        </p:nvGrpSpPr>
        <p:grpSpPr>
          <a:xfrm>
            <a:off x="3702798" y="4022875"/>
            <a:ext cx="1628242" cy="539046"/>
            <a:chOff x="4835859" y="4245664"/>
            <a:chExt cx="1628242" cy="539046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5B10AFB-E547-4177-B76E-52F5A35724A2}"/>
                </a:ext>
              </a:extLst>
            </p:cNvPr>
            <p:cNvSpPr txBox="1"/>
            <p:nvPr/>
          </p:nvSpPr>
          <p:spPr>
            <a:xfrm>
              <a:off x="5117992" y="4415378"/>
              <a:ext cx="12795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accuracy</a:t>
              </a:r>
            </a:p>
          </p:txBody>
        </p:sp>
        <p:sp>
          <p:nvSpPr>
            <p:cNvPr id="36" name="Right Brace 35">
              <a:extLst>
                <a:ext uri="{FF2B5EF4-FFF2-40B4-BE49-F238E27FC236}">
                  <a16:creationId xmlns:a16="http://schemas.microsoft.com/office/drawing/2014/main" id="{A8AAACB6-150C-4CDC-B0B3-C15B850DF354}"/>
                </a:ext>
              </a:extLst>
            </p:cNvPr>
            <p:cNvSpPr/>
            <p:nvPr/>
          </p:nvSpPr>
          <p:spPr>
            <a:xfrm rot="5400000">
              <a:off x="5545942" y="3535581"/>
              <a:ext cx="208075" cy="1628242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E903A88B-EA05-488B-BFA7-C3EB7FACD7B1}"/>
              </a:ext>
            </a:extLst>
          </p:cNvPr>
          <p:cNvCxnSpPr>
            <a:stCxn id="29" idx="1"/>
            <a:endCxn id="25" idx="1"/>
          </p:cNvCxnSpPr>
          <p:nvPr/>
        </p:nvCxnSpPr>
        <p:spPr>
          <a:xfrm rot="10800000">
            <a:off x="8639630" y="4718254"/>
            <a:ext cx="10153" cy="866827"/>
          </a:xfrm>
          <a:prstGeom prst="bentConnector3">
            <a:avLst>
              <a:gd name="adj1" fmla="val 2351551"/>
            </a:avLst>
          </a:prstGeom>
          <a:ln>
            <a:solidFill>
              <a:srgbClr val="00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DD46009-AE43-4A96-BEFE-C20B955004E2}"/>
                  </a:ext>
                </a:extLst>
              </p:cNvPr>
              <p:cNvSpPr/>
              <p:nvPr/>
            </p:nvSpPr>
            <p:spPr>
              <a:xfrm>
                <a:off x="8452901" y="6000826"/>
                <a:ext cx="2962671" cy="3597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HK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HK" sz="1600">
                            <a:latin typeface="Cambria Math" panose="02040503050406030204" pitchFamily="18" charset="0"/>
                          </a:rPr>
                          <m:t>Misclass</m:t>
                        </m:r>
                      </m:e>
                      <m:sub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HK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HK" sz="16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dirty="0"/>
                  <a:t>_____________</a:t>
                </a:r>
              </a:p>
            </p:txBody>
          </p:sp>
        </mc:Choice>
        <mc:Fallback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DD46009-AE43-4A96-BEFE-C20B955004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2901" y="6000826"/>
                <a:ext cx="2962671" cy="359714"/>
              </a:xfrm>
              <a:prstGeom prst="rect">
                <a:avLst/>
              </a:prstGeom>
              <a:blipFill>
                <a:blip r:embed="rId18"/>
                <a:stretch>
                  <a:fillRect t="-10345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002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4">
                <a:extLst>
                  <a:ext uri="{FF2B5EF4-FFF2-40B4-BE49-F238E27FC236}">
                    <a16:creationId xmlns:a16="http://schemas.microsoft.com/office/drawing/2014/main" id="{8E0FE2BA-E1AB-476F-9958-82563CB03EB2}"/>
                  </a:ext>
                </a:extLst>
              </p:cNvPr>
              <p:cNvSpPr/>
              <p:nvPr/>
            </p:nvSpPr>
            <p:spPr>
              <a:xfrm>
                <a:off x="1231491" y="1752969"/>
                <a:ext cx="3348379" cy="2862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HK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HK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HK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HK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HK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HK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HK" dirty="0"/>
                  <a:t>	</a:t>
                </a:r>
                <a14:m>
                  <m:oMath xmlns:m="http://schemas.openxmlformats.org/officeDocument/2006/math">
                    <m:r>
                      <a:rPr lang="en-HK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HK" dirty="0"/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 dirty="0"/>
                  <a:t>1.	0	0	0	0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 dirty="0"/>
                  <a:t>2.	0	0	0	0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 dirty="0"/>
                  <a:t>3.	0	0	1	1</a:t>
                </a:r>
              </a:p>
              <a:p>
                <a:pPr marL="342900" indent="-342900">
                  <a:buAutoNum type="arabicPeriod" startAt="4"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 dirty="0"/>
                  <a:t>	1	0	1	1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 dirty="0"/>
                  <a:t>5.	0	1	0	2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 dirty="0"/>
                  <a:t>6.	1	1	0	2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 dirty="0"/>
                  <a:t>7.	1	1	1	3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 dirty="0"/>
                  <a:t>8.	1	1	1	3</a:t>
                </a:r>
              </a:p>
              <a:p>
                <a:pPr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endParaRPr lang="en-HK" dirty="0"/>
              </a:p>
            </p:txBody>
          </p:sp>
        </mc:Choice>
        <mc:Fallback xmlns="">
          <p:sp>
            <p:nvSpPr>
              <p:cNvPr id="4" name="Rectangle 4">
                <a:extLst>
                  <a:ext uri="{FF2B5EF4-FFF2-40B4-BE49-F238E27FC236}">
                    <a16:creationId xmlns:a16="http://schemas.microsoft.com/office/drawing/2014/main" id="{8E0FE2BA-E1AB-476F-9958-82563CB03E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491" y="1752969"/>
                <a:ext cx="3348379" cy="2862322"/>
              </a:xfrm>
              <a:prstGeom prst="rect">
                <a:avLst/>
              </a:prstGeom>
              <a:blipFill>
                <a:blip r:embed="rId2"/>
                <a:stretch>
                  <a:fillRect l="-1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5F84DA04-227F-4E43-931D-E5481E4B5A3D}"/>
              </a:ext>
            </a:extLst>
          </p:cNvPr>
          <p:cNvGrpSpPr/>
          <p:nvPr/>
        </p:nvGrpSpPr>
        <p:grpSpPr>
          <a:xfrm>
            <a:off x="4452783" y="3178212"/>
            <a:ext cx="1921216" cy="1626190"/>
            <a:chOff x="6994943" y="1610086"/>
            <a:chExt cx="1921216" cy="1626190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6" name="Content Placeholder 27">
                  <a:extLst>
                    <a:ext uri="{FF2B5EF4-FFF2-40B4-BE49-F238E27FC236}">
                      <a16:creationId xmlns:a16="http://schemas.microsoft.com/office/drawing/2014/main" id="{2596DD07-5A43-46B6-9131-ED51B65F1DCA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507502240"/>
                    </p:ext>
                  </p:extLst>
                </p:nvPr>
              </p:nvGraphicFramePr>
              <p:xfrm>
                <a:off x="6994943" y="2687636"/>
                <a:ext cx="8920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4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16" name="Content Placeholder 27">
                  <a:extLst>
                    <a:ext uri="{FF2B5EF4-FFF2-40B4-BE49-F238E27FC236}">
                      <a16:creationId xmlns:a16="http://schemas.microsoft.com/office/drawing/2014/main" id="{2596DD07-5A43-46B6-9131-ED51B65F1DCA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507502240"/>
                    </p:ext>
                  </p:extLst>
                </p:nvPr>
              </p:nvGraphicFramePr>
              <p:xfrm>
                <a:off x="6994943" y="2687636"/>
                <a:ext cx="8920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4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0AD4B8A-F8EE-4046-BAA6-10D846900C45}"/>
                </a:ext>
              </a:extLst>
            </p:cNvPr>
            <p:cNvGrpSpPr/>
            <p:nvPr/>
          </p:nvGrpSpPr>
          <p:grpSpPr>
            <a:xfrm>
              <a:off x="7441257" y="1610086"/>
              <a:ext cx="1185350" cy="1101528"/>
              <a:chOff x="7441257" y="1610086"/>
              <a:chExt cx="1185350" cy="110152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Oval 9">
                    <a:extLst>
                      <a:ext uri="{FF2B5EF4-FFF2-40B4-BE49-F238E27FC236}">
                        <a16:creationId xmlns:a16="http://schemas.microsoft.com/office/drawing/2014/main" id="{49A1321A-0A06-433C-96C1-EFDE25F0CC20}"/>
                      </a:ext>
                    </a:extLst>
                  </p:cNvPr>
                  <p:cNvSpPr/>
                  <p:nvPr/>
                </p:nvSpPr>
                <p:spPr>
                  <a:xfrm>
                    <a:off x="7674610" y="1610086"/>
                    <a:ext cx="520700" cy="520700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HK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H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HK" dirty="0"/>
                  </a:p>
                </p:txBody>
              </p:sp>
            </mc:Choice>
            <mc:Fallback xmlns="">
              <p:sp>
                <p:nvSpPr>
                  <p:cNvPr id="17" name="Oval 9">
                    <a:extLst>
                      <a:ext uri="{FF2B5EF4-FFF2-40B4-BE49-F238E27FC236}">
                        <a16:creationId xmlns:a16="http://schemas.microsoft.com/office/drawing/2014/main" id="{49A1321A-0A06-433C-96C1-EFDE25F0CC2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74610" y="1610086"/>
                    <a:ext cx="520700" cy="520700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" name="Straight Arrow Connector 20">
                <a:extLst>
                  <a:ext uri="{FF2B5EF4-FFF2-40B4-BE49-F238E27FC236}">
                    <a16:creationId xmlns:a16="http://schemas.microsoft.com/office/drawing/2014/main" id="{0CE511EA-EE8C-4BBD-AF24-36DB119E2D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41257" y="2054531"/>
                <a:ext cx="317428" cy="6570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TextBox 21">
                <a:extLst>
                  <a:ext uri="{FF2B5EF4-FFF2-40B4-BE49-F238E27FC236}">
                    <a16:creationId xmlns:a16="http://schemas.microsoft.com/office/drawing/2014/main" id="{503BD1A2-0326-4DD0-B359-CAAA1A7D831F}"/>
                  </a:ext>
                </a:extLst>
              </p:cNvPr>
              <p:cNvSpPr txBox="1"/>
              <p:nvPr/>
            </p:nvSpPr>
            <p:spPr>
              <a:xfrm>
                <a:off x="7557601" y="2226399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/>
                  <a:t>0</a:t>
                </a:r>
              </a:p>
            </p:txBody>
          </p:sp>
          <p:cxnSp>
            <p:nvCxnSpPr>
              <p:cNvPr id="20" name="Straight Arrow Connector 34">
                <a:extLst>
                  <a:ext uri="{FF2B5EF4-FFF2-40B4-BE49-F238E27FC236}">
                    <a16:creationId xmlns:a16="http://schemas.microsoft.com/office/drawing/2014/main" id="{AE17FB9C-7D09-4DF3-8D61-03B6BBE170D9}"/>
                  </a:ext>
                </a:extLst>
              </p:cNvPr>
              <p:cNvCxnSpPr>
                <a:cxnSpLocks/>
                <a:stCxn id="17" idx="5"/>
              </p:cNvCxnSpPr>
              <p:nvPr/>
            </p:nvCxnSpPr>
            <p:spPr>
              <a:xfrm>
                <a:off x="8119055" y="2054531"/>
                <a:ext cx="366854" cy="6570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1" name="TextBox 35">
                <a:extLst>
                  <a:ext uri="{FF2B5EF4-FFF2-40B4-BE49-F238E27FC236}">
                    <a16:creationId xmlns:a16="http://schemas.microsoft.com/office/drawing/2014/main" id="{3B7B806A-FE78-40F1-951D-0B8618C412B3}"/>
                  </a:ext>
                </a:extLst>
              </p:cNvPr>
              <p:cNvSpPr txBox="1"/>
              <p:nvPr/>
            </p:nvSpPr>
            <p:spPr>
              <a:xfrm>
                <a:off x="8313701" y="2243642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/>
                  <a:t>1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2" name="Content Placeholder 27">
                  <a:extLst>
                    <a:ext uri="{FF2B5EF4-FFF2-40B4-BE49-F238E27FC236}">
                      <a16:creationId xmlns:a16="http://schemas.microsoft.com/office/drawing/2014/main" id="{0DD9789A-6A7F-42E8-85EF-52026B1B3AF3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626296558"/>
                    </p:ext>
                  </p:extLst>
                </p:nvPr>
              </p:nvGraphicFramePr>
              <p:xfrm>
                <a:off x="8024148" y="2681550"/>
                <a:ext cx="8920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5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8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22" name="Content Placeholder 27">
                  <a:extLst>
                    <a:ext uri="{FF2B5EF4-FFF2-40B4-BE49-F238E27FC236}">
                      <a16:creationId xmlns:a16="http://schemas.microsoft.com/office/drawing/2014/main" id="{0DD9789A-6A7F-42E8-85EF-52026B1B3AF3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626296558"/>
                    </p:ext>
                  </p:extLst>
                </p:nvPr>
              </p:nvGraphicFramePr>
              <p:xfrm>
                <a:off x="8024148" y="2681550"/>
                <a:ext cx="8920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5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8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AE50B70-118D-4B2C-8831-69BB70883260}"/>
              </a:ext>
            </a:extLst>
          </p:cNvPr>
          <p:cNvGrpSpPr/>
          <p:nvPr/>
        </p:nvGrpSpPr>
        <p:grpSpPr>
          <a:xfrm>
            <a:off x="4444336" y="1185834"/>
            <a:ext cx="1929663" cy="1620104"/>
            <a:chOff x="3998598" y="1693306"/>
            <a:chExt cx="1929663" cy="162010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F813954-9E08-44A3-BA4C-99575EB08EEE}"/>
                </a:ext>
              </a:extLst>
            </p:cNvPr>
            <p:cNvGrpSpPr/>
            <p:nvPr/>
          </p:nvGrpSpPr>
          <p:grpSpPr>
            <a:xfrm>
              <a:off x="4453359" y="1693306"/>
              <a:ext cx="1185350" cy="1101528"/>
              <a:chOff x="4453359" y="1693306"/>
              <a:chExt cx="1185350" cy="110152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Oval 9">
                    <a:extLst>
                      <a:ext uri="{FF2B5EF4-FFF2-40B4-BE49-F238E27FC236}">
                        <a16:creationId xmlns:a16="http://schemas.microsoft.com/office/drawing/2014/main" id="{E73663E2-F05C-491C-A939-3926E9A6EB2F}"/>
                      </a:ext>
                    </a:extLst>
                  </p:cNvPr>
                  <p:cNvSpPr/>
                  <p:nvPr/>
                </p:nvSpPr>
                <p:spPr>
                  <a:xfrm>
                    <a:off x="4686712" y="1693306"/>
                    <a:ext cx="520700" cy="520700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HK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HK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HK" dirty="0"/>
                  </a:p>
                </p:txBody>
              </p:sp>
            </mc:Choice>
            <mc:Fallback xmlns="">
              <p:sp>
                <p:nvSpPr>
                  <p:cNvPr id="6" name="Oval 9">
                    <a:extLst>
                      <a:ext uri="{FF2B5EF4-FFF2-40B4-BE49-F238E27FC236}">
                        <a16:creationId xmlns:a16="http://schemas.microsoft.com/office/drawing/2014/main" id="{E73663E2-F05C-491C-A939-3926E9A6EB2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86712" y="1693306"/>
                    <a:ext cx="520700" cy="520700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" name="Straight Arrow Connector 20">
                <a:extLst>
                  <a:ext uri="{FF2B5EF4-FFF2-40B4-BE49-F238E27FC236}">
                    <a16:creationId xmlns:a16="http://schemas.microsoft.com/office/drawing/2014/main" id="{5B2D0CA0-2155-42EE-91EE-E0330EF94D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53359" y="2137751"/>
                <a:ext cx="317428" cy="6570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" name="TextBox 21">
                <a:extLst>
                  <a:ext uri="{FF2B5EF4-FFF2-40B4-BE49-F238E27FC236}">
                    <a16:creationId xmlns:a16="http://schemas.microsoft.com/office/drawing/2014/main" id="{9F65ED95-5D04-4657-BF6F-AE157BEE8F23}"/>
                  </a:ext>
                </a:extLst>
              </p:cNvPr>
              <p:cNvSpPr txBox="1"/>
              <p:nvPr/>
            </p:nvSpPr>
            <p:spPr>
              <a:xfrm>
                <a:off x="4569703" y="2309619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/>
                  <a:t>0</a:t>
                </a:r>
              </a:p>
            </p:txBody>
          </p:sp>
          <p:cxnSp>
            <p:nvCxnSpPr>
              <p:cNvPr id="9" name="Straight Arrow Connector 34">
                <a:extLst>
                  <a:ext uri="{FF2B5EF4-FFF2-40B4-BE49-F238E27FC236}">
                    <a16:creationId xmlns:a16="http://schemas.microsoft.com/office/drawing/2014/main" id="{C1AAC95A-0B74-4F19-85F0-6AD52937D026}"/>
                  </a:ext>
                </a:extLst>
              </p:cNvPr>
              <p:cNvCxnSpPr>
                <a:cxnSpLocks/>
                <a:stCxn id="6" idx="5"/>
              </p:cNvCxnSpPr>
              <p:nvPr/>
            </p:nvCxnSpPr>
            <p:spPr>
              <a:xfrm>
                <a:off x="5131157" y="2137751"/>
                <a:ext cx="366854" cy="6570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TextBox 35">
                <a:extLst>
                  <a:ext uri="{FF2B5EF4-FFF2-40B4-BE49-F238E27FC236}">
                    <a16:creationId xmlns:a16="http://schemas.microsoft.com/office/drawing/2014/main" id="{F6EE8F83-E217-4A1F-AB31-CACB5E5F11BE}"/>
                  </a:ext>
                </a:extLst>
              </p:cNvPr>
              <p:cNvSpPr txBox="1"/>
              <p:nvPr/>
            </p:nvSpPr>
            <p:spPr>
              <a:xfrm>
                <a:off x="5325803" y="2326862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/>
                  <a:t>1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4" name="Content Placeholder 27">
                  <a:extLst>
                    <a:ext uri="{FF2B5EF4-FFF2-40B4-BE49-F238E27FC236}">
                      <a16:creationId xmlns:a16="http://schemas.microsoft.com/office/drawing/2014/main" id="{C68C215A-3D9C-4B5A-8249-2BFFDA4E9182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775278102"/>
                    </p:ext>
                  </p:extLst>
                </p:nvPr>
              </p:nvGraphicFramePr>
              <p:xfrm>
                <a:off x="5036250" y="2764770"/>
                <a:ext cx="8920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4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6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7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8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14" name="Content Placeholder 27">
                  <a:extLst>
                    <a:ext uri="{FF2B5EF4-FFF2-40B4-BE49-F238E27FC236}">
                      <a16:creationId xmlns:a16="http://schemas.microsoft.com/office/drawing/2014/main" id="{C68C215A-3D9C-4B5A-8249-2BFFDA4E9182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775278102"/>
                    </p:ext>
                  </p:extLst>
                </p:nvPr>
              </p:nvGraphicFramePr>
              <p:xfrm>
                <a:off x="5036250" y="2764770"/>
                <a:ext cx="8920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4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6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7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8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3" name="Content Placeholder 27">
                  <a:extLst>
                    <a:ext uri="{FF2B5EF4-FFF2-40B4-BE49-F238E27FC236}">
                      <a16:creationId xmlns:a16="http://schemas.microsoft.com/office/drawing/2014/main" id="{9CB27E3A-0B83-492C-AEE0-81814B4120CD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4111723606"/>
                    </p:ext>
                  </p:extLst>
                </p:nvPr>
              </p:nvGraphicFramePr>
              <p:xfrm>
                <a:off x="3998598" y="2764770"/>
                <a:ext cx="8920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5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23" name="Content Placeholder 27">
                  <a:extLst>
                    <a:ext uri="{FF2B5EF4-FFF2-40B4-BE49-F238E27FC236}">
                      <a16:creationId xmlns:a16="http://schemas.microsoft.com/office/drawing/2014/main" id="{9CB27E3A-0B83-492C-AEE0-81814B4120CD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4111723606"/>
                    </p:ext>
                  </p:extLst>
                </p:nvPr>
              </p:nvGraphicFramePr>
              <p:xfrm>
                <a:off x="3998598" y="2764770"/>
                <a:ext cx="8920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5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BC6FC3E-3994-457A-A1E4-73FB0631DDD1}"/>
              </a:ext>
            </a:extLst>
          </p:cNvPr>
          <p:cNvGrpSpPr/>
          <p:nvPr/>
        </p:nvGrpSpPr>
        <p:grpSpPr>
          <a:xfrm>
            <a:off x="7373518" y="2281181"/>
            <a:ext cx="2443811" cy="2420259"/>
            <a:chOff x="7373518" y="2281181"/>
            <a:chExt cx="2443811" cy="24202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52F13979-1D17-43E9-8B57-0168FEBDBD8C}"/>
                    </a:ext>
                  </a:extLst>
                </p:cNvPr>
                <p:cNvSpPr/>
                <p:nvPr/>
              </p:nvSpPr>
              <p:spPr>
                <a:xfrm>
                  <a:off x="7428277" y="2281181"/>
                  <a:ext cx="2358851" cy="3931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HK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  <m:r>
                              <m:rPr>
                                <m:nor/>
                              </m:rPr>
                              <a:rPr lang="en-HK">
                                <a:latin typeface="Cambria Math" panose="02040503050406030204" pitchFamily="18" charset="0"/>
                              </a:rPr>
                              <m:t>isclass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HK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HK" i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en-HK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HK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HK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  <m:r>
                          <a:rPr lang="en-HK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_____</m:t>
                        </m:r>
                      </m:oMath>
                    </m:oMathPara>
                  </a14:m>
                  <a:endParaRPr lang="en-HK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52F13979-1D17-43E9-8B57-0168FEBDBD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8277" y="2281181"/>
                  <a:ext cx="2358851" cy="39312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CB310C26-4C69-4D0F-9392-8D81A5DF45E7}"/>
                    </a:ext>
                  </a:extLst>
                </p:cNvPr>
                <p:cNvSpPr/>
                <p:nvPr/>
              </p:nvSpPr>
              <p:spPr>
                <a:xfrm>
                  <a:off x="7373518" y="4308319"/>
                  <a:ext cx="2443811" cy="3931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HK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  <m:r>
                              <m:rPr>
                                <m:nor/>
                              </m:rPr>
                              <a:rPr lang="en-HK">
                                <a:latin typeface="Cambria Math" panose="02040503050406030204" pitchFamily="18" charset="0"/>
                              </a:rPr>
                              <m:t>isclass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HK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HK" i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en-HK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HK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HK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  <m:r>
                          <a:rPr lang="en-HK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______</m:t>
                        </m:r>
                      </m:oMath>
                    </m:oMathPara>
                  </a14:m>
                  <a:endParaRPr lang="en-HK" dirty="0"/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CB310C26-4C69-4D0F-9392-8D81A5DF45E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3518" y="4308319"/>
                  <a:ext cx="2443811" cy="39312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C61A05C-EF6A-476C-B788-951DA0D442E6}"/>
                  </a:ext>
                </a:extLst>
              </p:cNvPr>
              <p:cNvSpPr txBox="1"/>
              <p:nvPr/>
            </p:nvSpPr>
            <p:spPr>
              <a:xfrm>
                <a:off x="4088818" y="5284429"/>
                <a:ext cx="59313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HK" dirty="0"/>
                  <a:t>What is the best splitting attribute?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u="sng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1" u="sng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HK" u="sng" dirty="0"/>
                  <a:t> 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u="sng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1" u="sng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HK" u="sng" dirty="0"/>
                  <a:t> / same</a:t>
                </a: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C61A05C-EF6A-476C-B788-951DA0D44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8818" y="5284429"/>
                <a:ext cx="5931367" cy="369332"/>
              </a:xfrm>
              <a:prstGeom prst="rect">
                <a:avLst/>
              </a:prstGeom>
              <a:blipFill>
                <a:blip r:embed="rId7"/>
                <a:stretch>
                  <a:fillRect l="-855" t="-10345" b="-3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74A948-90D0-4340-BAD4-903AA844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150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Start_202002171201532300_40306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ontent Placeholder 27">
            <a:extLst>
              <a:ext uri="{FF2B5EF4-FFF2-40B4-BE49-F238E27FC236}">
                <a16:creationId xmlns:a16="http://schemas.microsoft.com/office/drawing/2014/main" id="{2596DD07-5A43-46B6-9131-ED51B65F1D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7865052"/>
              </p:ext>
            </p:extLst>
          </p:nvPr>
        </p:nvGraphicFramePr>
        <p:xfrm>
          <a:off x="3570209" y="4722728"/>
          <a:ext cx="892011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616932205"/>
                    </a:ext>
                  </a:extLst>
                </a:gridCol>
                <a:gridCol w="224406">
                  <a:extLst>
                    <a:ext uri="{9D8B030D-6E8A-4147-A177-3AD203B41FA5}">
                      <a16:colId xmlns:a16="http://schemas.microsoft.com/office/drawing/2014/main" val="3398199886"/>
                    </a:ext>
                  </a:extLst>
                </a:gridCol>
                <a:gridCol w="234919">
                  <a:extLst>
                    <a:ext uri="{9D8B030D-6E8A-4147-A177-3AD203B41FA5}">
                      <a16:colId xmlns:a16="http://schemas.microsoft.com/office/drawing/2014/main" val="1751438753"/>
                    </a:ext>
                  </a:extLst>
                </a:gridCol>
                <a:gridCol w="224406">
                  <a:extLst>
                    <a:ext uri="{9D8B030D-6E8A-4147-A177-3AD203B41FA5}">
                      <a16:colId xmlns:a16="http://schemas.microsoft.com/office/drawing/2014/main" val="3121447777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60AD4B8A-F8EE-4046-BAA6-10D846900C45}"/>
              </a:ext>
            </a:extLst>
          </p:cNvPr>
          <p:cNvGrpSpPr/>
          <p:nvPr/>
        </p:nvGrpSpPr>
        <p:grpSpPr>
          <a:xfrm>
            <a:off x="4899097" y="3645178"/>
            <a:ext cx="1185350" cy="1101528"/>
            <a:chOff x="7441257" y="1610086"/>
            <a:chExt cx="1185350" cy="11015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val 9">
                  <a:extLst>
                    <a:ext uri="{FF2B5EF4-FFF2-40B4-BE49-F238E27FC236}">
                      <a16:creationId xmlns:a16="http://schemas.microsoft.com/office/drawing/2014/main" id="{49A1321A-0A06-433C-96C1-EFDE25F0CC20}"/>
                    </a:ext>
                  </a:extLst>
                </p:cNvPr>
                <p:cNvSpPr/>
                <p:nvPr/>
              </p:nvSpPr>
              <p:spPr>
                <a:xfrm>
                  <a:off x="7674610" y="1610086"/>
                  <a:ext cx="520700" cy="5207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HK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HK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HK" dirty="0"/>
                </a:p>
              </p:txBody>
            </p:sp>
          </mc:Choice>
          <mc:Fallback xmlns="">
            <p:sp>
              <p:nvSpPr>
                <p:cNvPr id="17" name="Oval 9">
                  <a:extLst>
                    <a:ext uri="{FF2B5EF4-FFF2-40B4-BE49-F238E27FC236}">
                      <a16:creationId xmlns:a16="http://schemas.microsoft.com/office/drawing/2014/main" id="{49A1321A-0A06-433C-96C1-EFDE25F0CC2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4610" y="1610086"/>
                  <a:ext cx="520700" cy="520700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20">
              <a:extLst>
                <a:ext uri="{FF2B5EF4-FFF2-40B4-BE49-F238E27FC236}">
                  <a16:creationId xmlns:a16="http://schemas.microsoft.com/office/drawing/2014/main" id="{0CE511EA-EE8C-4BBD-AF24-36DB119E2D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41257" y="2054531"/>
              <a:ext cx="317428" cy="6570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21">
              <a:extLst>
                <a:ext uri="{FF2B5EF4-FFF2-40B4-BE49-F238E27FC236}">
                  <a16:creationId xmlns:a16="http://schemas.microsoft.com/office/drawing/2014/main" id="{503BD1A2-0326-4DD0-B359-CAAA1A7D831F}"/>
                </a:ext>
              </a:extLst>
            </p:cNvPr>
            <p:cNvSpPr txBox="1"/>
            <p:nvPr/>
          </p:nvSpPr>
          <p:spPr>
            <a:xfrm>
              <a:off x="7557601" y="222639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0</a:t>
              </a:r>
            </a:p>
          </p:txBody>
        </p:sp>
        <p:cxnSp>
          <p:nvCxnSpPr>
            <p:cNvPr id="20" name="Straight Arrow Connector 34">
              <a:extLst>
                <a:ext uri="{FF2B5EF4-FFF2-40B4-BE49-F238E27FC236}">
                  <a16:creationId xmlns:a16="http://schemas.microsoft.com/office/drawing/2014/main" id="{AE17FB9C-7D09-4DF3-8D61-03B6BBE170D9}"/>
                </a:ext>
              </a:extLst>
            </p:cNvPr>
            <p:cNvCxnSpPr>
              <a:cxnSpLocks/>
              <a:stCxn id="17" idx="5"/>
            </p:cNvCxnSpPr>
            <p:nvPr/>
          </p:nvCxnSpPr>
          <p:spPr>
            <a:xfrm>
              <a:off x="8119055" y="2054531"/>
              <a:ext cx="366854" cy="6570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35">
              <a:extLst>
                <a:ext uri="{FF2B5EF4-FFF2-40B4-BE49-F238E27FC236}">
                  <a16:creationId xmlns:a16="http://schemas.microsoft.com/office/drawing/2014/main" id="{3B7B806A-FE78-40F1-951D-0B8618C412B3}"/>
                </a:ext>
              </a:extLst>
            </p:cNvPr>
            <p:cNvSpPr txBox="1"/>
            <p:nvPr/>
          </p:nvSpPr>
          <p:spPr>
            <a:xfrm>
              <a:off x="8313701" y="224364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1</a:t>
              </a:r>
            </a:p>
          </p:txBody>
        </p:sp>
      </p:grpSp>
      <p:graphicFrame>
        <p:nvGraphicFramePr>
          <p:cNvPr id="22" name="Content Placeholder 27">
            <a:extLst>
              <a:ext uri="{FF2B5EF4-FFF2-40B4-BE49-F238E27FC236}">
                <a16:creationId xmlns:a16="http://schemas.microsoft.com/office/drawing/2014/main" id="{0DD9789A-6A7F-42E8-85EF-52026B1B3A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8556368"/>
              </p:ext>
            </p:extLst>
          </p:nvPr>
        </p:nvGraphicFramePr>
        <p:xfrm>
          <a:off x="6410360" y="4716642"/>
          <a:ext cx="892011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616932205"/>
                    </a:ext>
                  </a:extLst>
                </a:gridCol>
                <a:gridCol w="224406">
                  <a:extLst>
                    <a:ext uri="{9D8B030D-6E8A-4147-A177-3AD203B41FA5}">
                      <a16:colId xmlns:a16="http://schemas.microsoft.com/office/drawing/2014/main" val="3398199886"/>
                    </a:ext>
                  </a:extLst>
                </a:gridCol>
                <a:gridCol w="234919">
                  <a:extLst>
                    <a:ext uri="{9D8B030D-6E8A-4147-A177-3AD203B41FA5}">
                      <a16:colId xmlns:a16="http://schemas.microsoft.com/office/drawing/2014/main" val="1751438753"/>
                    </a:ext>
                  </a:extLst>
                </a:gridCol>
                <a:gridCol w="224406">
                  <a:extLst>
                    <a:ext uri="{9D8B030D-6E8A-4147-A177-3AD203B41FA5}">
                      <a16:colId xmlns:a16="http://schemas.microsoft.com/office/drawing/2014/main" val="3121447777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5F813954-9E08-44A3-BA4C-99575EB08EEE}"/>
              </a:ext>
            </a:extLst>
          </p:cNvPr>
          <p:cNvGrpSpPr/>
          <p:nvPr/>
        </p:nvGrpSpPr>
        <p:grpSpPr>
          <a:xfrm>
            <a:off x="4899097" y="597692"/>
            <a:ext cx="1185350" cy="1101528"/>
            <a:chOff x="4453359" y="1693306"/>
            <a:chExt cx="1185350" cy="11015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9">
                  <a:extLst>
                    <a:ext uri="{FF2B5EF4-FFF2-40B4-BE49-F238E27FC236}">
                      <a16:creationId xmlns:a16="http://schemas.microsoft.com/office/drawing/2014/main" id="{E73663E2-F05C-491C-A939-3926E9A6EB2F}"/>
                    </a:ext>
                  </a:extLst>
                </p:cNvPr>
                <p:cNvSpPr/>
                <p:nvPr/>
              </p:nvSpPr>
              <p:spPr>
                <a:xfrm>
                  <a:off x="4686712" y="1693306"/>
                  <a:ext cx="520700" cy="5207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HK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HK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HK" dirty="0"/>
                </a:p>
              </p:txBody>
            </p:sp>
          </mc:Choice>
          <mc:Fallback xmlns="">
            <p:sp>
              <p:nvSpPr>
                <p:cNvPr id="6" name="Oval 9">
                  <a:extLst>
                    <a:ext uri="{FF2B5EF4-FFF2-40B4-BE49-F238E27FC236}">
                      <a16:creationId xmlns:a16="http://schemas.microsoft.com/office/drawing/2014/main" id="{E73663E2-F05C-491C-A939-3926E9A6EB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6712" y="1693306"/>
                  <a:ext cx="520700" cy="52070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Arrow Connector 20">
              <a:extLst>
                <a:ext uri="{FF2B5EF4-FFF2-40B4-BE49-F238E27FC236}">
                  <a16:creationId xmlns:a16="http://schemas.microsoft.com/office/drawing/2014/main" id="{5B2D0CA0-2155-42EE-91EE-E0330EF94D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53359" y="2137751"/>
              <a:ext cx="317428" cy="6570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21">
              <a:extLst>
                <a:ext uri="{FF2B5EF4-FFF2-40B4-BE49-F238E27FC236}">
                  <a16:creationId xmlns:a16="http://schemas.microsoft.com/office/drawing/2014/main" id="{9F65ED95-5D04-4657-BF6F-AE157BEE8F23}"/>
                </a:ext>
              </a:extLst>
            </p:cNvPr>
            <p:cNvSpPr txBox="1"/>
            <p:nvPr/>
          </p:nvSpPr>
          <p:spPr>
            <a:xfrm>
              <a:off x="4569703" y="230961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0</a:t>
              </a:r>
            </a:p>
          </p:txBody>
        </p:sp>
        <p:cxnSp>
          <p:nvCxnSpPr>
            <p:cNvPr id="9" name="Straight Arrow Connector 34">
              <a:extLst>
                <a:ext uri="{FF2B5EF4-FFF2-40B4-BE49-F238E27FC236}">
                  <a16:creationId xmlns:a16="http://schemas.microsoft.com/office/drawing/2014/main" id="{C1AAC95A-0B74-4F19-85F0-6AD52937D026}"/>
                </a:ext>
              </a:extLst>
            </p:cNvPr>
            <p:cNvCxnSpPr>
              <a:cxnSpLocks/>
              <a:stCxn id="6" idx="5"/>
            </p:cNvCxnSpPr>
            <p:nvPr/>
          </p:nvCxnSpPr>
          <p:spPr>
            <a:xfrm>
              <a:off x="5131157" y="2137751"/>
              <a:ext cx="366854" cy="6570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35">
              <a:extLst>
                <a:ext uri="{FF2B5EF4-FFF2-40B4-BE49-F238E27FC236}">
                  <a16:creationId xmlns:a16="http://schemas.microsoft.com/office/drawing/2014/main" id="{F6EE8F83-E217-4A1F-AB31-CACB5E5F11BE}"/>
                </a:ext>
              </a:extLst>
            </p:cNvPr>
            <p:cNvSpPr txBox="1"/>
            <p:nvPr/>
          </p:nvSpPr>
          <p:spPr>
            <a:xfrm>
              <a:off x="5325803" y="232686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1</a:t>
              </a:r>
            </a:p>
          </p:txBody>
        </p:sp>
      </p:grpSp>
      <p:graphicFrame>
        <p:nvGraphicFramePr>
          <p:cNvPr id="14" name="Content Placeholder 27">
            <a:extLst>
              <a:ext uri="{FF2B5EF4-FFF2-40B4-BE49-F238E27FC236}">
                <a16:creationId xmlns:a16="http://schemas.microsoft.com/office/drawing/2014/main" id="{C68C215A-3D9C-4B5A-8249-2BFFDA4E91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3318636"/>
              </p:ext>
            </p:extLst>
          </p:nvPr>
        </p:nvGraphicFramePr>
        <p:xfrm>
          <a:off x="6405848" y="1669156"/>
          <a:ext cx="892011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616932205"/>
                    </a:ext>
                  </a:extLst>
                </a:gridCol>
                <a:gridCol w="224406">
                  <a:extLst>
                    <a:ext uri="{9D8B030D-6E8A-4147-A177-3AD203B41FA5}">
                      <a16:colId xmlns:a16="http://schemas.microsoft.com/office/drawing/2014/main" val="3398199886"/>
                    </a:ext>
                  </a:extLst>
                </a:gridCol>
                <a:gridCol w="234919">
                  <a:extLst>
                    <a:ext uri="{9D8B030D-6E8A-4147-A177-3AD203B41FA5}">
                      <a16:colId xmlns:a16="http://schemas.microsoft.com/office/drawing/2014/main" val="1751438753"/>
                    </a:ext>
                  </a:extLst>
                </a:gridCol>
                <a:gridCol w="224406">
                  <a:extLst>
                    <a:ext uri="{9D8B030D-6E8A-4147-A177-3AD203B41FA5}">
                      <a16:colId xmlns:a16="http://schemas.microsoft.com/office/drawing/2014/main" val="3121447777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p:graphicFrame>
        <p:nvGraphicFramePr>
          <p:cNvPr id="23" name="Content Placeholder 27">
            <a:extLst>
              <a:ext uri="{FF2B5EF4-FFF2-40B4-BE49-F238E27FC236}">
                <a16:creationId xmlns:a16="http://schemas.microsoft.com/office/drawing/2014/main" id="{9CB27E3A-0B83-492C-AEE0-81814B4120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5785489"/>
              </p:ext>
            </p:extLst>
          </p:nvPr>
        </p:nvGraphicFramePr>
        <p:xfrm>
          <a:off x="3611349" y="1669156"/>
          <a:ext cx="892011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616932205"/>
                    </a:ext>
                  </a:extLst>
                </a:gridCol>
                <a:gridCol w="224406">
                  <a:extLst>
                    <a:ext uri="{9D8B030D-6E8A-4147-A177-3AD203B41FA5}">
                      <a16:colId xmlns:a16="http://schemas.microsoft.com/office/drawing/2014/main" val="3398199886"/>
                    </a:ext>
                  </a:extLst>
                </a:gridCol>
                <a:gridCol w="234919">
                  <a:extLst>
                    <a:ext uri="{9D8B030D-6E8A-4147-A177-3AD203B41FA5}">
                      <a16:colId xmlns:a16="http://schemas.microsoft.com/office/drawing/2014/main" val="1751438753"/>
                    </a:ext>
                  </a:extLst>
                </a:gridCol>
                <a:gridCol w="224406">
                  <a:extLst>
                    <a:ext uri="{9D8B030D-6E8A-4147-A177-3AD203B41FA5}">
                      <a16:colId xmlns:a16="http://schemas.microsoft.com/office/drawing/2014/main" val="3121447777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9">
                <a:extLst>
                  <a:ext uri="{FF2B5EF4-FFF2-40B4-BE49-F238E27FC236}">
                    <a16:creationId xmlns:a16="http://schemas.microsoft.com/office/drawing/2014/main" id="{E0B20381-A8F2-4032-8D93-8EA74573AAAC}"/>
                  </a:ext>
                </a:extLst>
              </p:cNvPr>
              <p:cNvSpPr/>
              <p:nvPr/>
            </p:nvSpPr>
            <p:spPr>
              <a:xfrm>
                <a:off x="4513313" y="1664868"/>
                <a:ext cx="520700" cy="5207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HK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HK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HK" dirty="0"/>
              </a:p>
            </p:txBody>
          </p:sp>
        </mc:Choice>
        <mc:Fallback xmlns="">
          <p:sp>
            <p:nvSpPr>
              <p:cNvPr id="38" name="Oval 9">
                <a:extLst>
                  <a:ext uri="{FF2B5EF4-FFF2-40B4-BE49-F238E27FC236}">
                    <a16:creationId xmlns:a16="http://schemas.microsoft.com/office/drawing/2014/main" id="{E0B20381-A8F2-4032-8D93-8EA74573AA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3313" y="1664868"/>
                <a:ext cx="520700" cy="5207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20">
            <a:extLst>
              <a:ext uri="{FF2B5EF4-FFF2-40B4-BE49-F238E27FC236}">
                <a16:creationId xmlns:a16="http://schemas.microsoft.com/office/drawing/2014/main" id="{226AE8B7-B19D-4224-BE9F-4F0BBFFEEE96}"/>
              </a:ext>
            </a:extLst>
          </p:cNvPr>
          <p:cNvCxnSpPr>
            <a:cxnSpLocks/>
          </p:cNvCxnSpPr>
          <p:nvPr/>
        </p:nvCxnSpPr>
        <p:spPr>
          <a:xfrm flipH="1">
            <a:off x="4279960" y="2109313"/>
            <a:ext cx="317428" cy="6570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21">
            <a:extLst>
              <a:ext uri="{FF2B5EF4-FFF2-40B4-BE49-F238E27FC236}">
                <a16:creationId xmlns:a16="http://schemas.microsoft.com/office/drawing/2014/main" id="{CE4A96DC-05AE-4895-8597-63DB8D28EB8F}"/>
              </a:ext>
            </a:extLst>
          </p:cNvPr>
          <p:cNvSpPr txBox="1"/>
          <p:nvPr/>
        </p:nvSpPr>
        <p:spPr>
          <a:xfrm>
            <a:off x="4396304" y="228118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0</a:t>
            </a:r>
          </a:p>
        </p:txBody>
      </p:sp>
      <p:cxnSp>
        <p:nvCxnSpPr>
          <p:cNvPr id="41" name="Straight Arrow Connector 34">
            <a:extLst>
              <a:ext uri="{FF2B5EF4-FFF2-40B4-BE49-F238E27FC236}">
                <a16:creationId xmlns:a16="http://schemas.microsoft.com/office/drawing/2014/main" id="{9FAE925D-00FE-4E81-B035-F2E1FCF9E3B0}"/>
              </a:ext>
            </a:extLst>
          </p:cNvPr>
          <p:cNvCxnSpPr>
            <a:cxnSpLocks/>
            <a:stCxn id="38" idx="5"/>
          </p:cNvCxnSpPr>
          <p:nvPr/>
        </p:nvCxnSpPr>
        <p:spPr>
          <a:xfrm>
            <a:off x="4957758" y="2109313"/>
            <a:ext cx="258543" cy="6532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35">
            <a:extLst>
              <a:ext uri="{FF2B5EF4-FFF2-40B4-BE49-F238E27FC236}">
                <a16:creationId xmlns:a16="http://schemas.microsoft.com/office/drawing/2014/main" id="{3CD2070B-DC5E-43F9-9D59-EE628EF62E93}"/>
              </a:ext>
            </a:extLst>
          </p:cNvPr>
          <p:cNvSpPr txBox="1"/>
          <p:nvPr/>
        </p:nvSpPr>
        <p:spPr>
          <a:xfrm>
            <a:off x="5152404" y="229842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1</a:t>
            </a:r>
          </a:p>
        </p:txBody>
      </p:sp>
      <p:graphicFrame>
        <p:nvGraphicFramePr>
          <p:cNvPr id="43" name="Content Placeholder 27">
            <a:extLst>
              <a:ext uri="{FF2B5EF4-FFF2-40B4-BE49-F238E27FC236}">
                <a16:creationId xmlns:a16="http://schemas.microsoft.com/office/drawing/2014/main" id="{8DF7AB93-4477-417E-9A05-B1919C4DE6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0878853"/>
              </p:ext>
            </p:extLst>
          </p:nvPr>
        </p:nvGraphicFramePr>
        <p:xfrm>
          <a:off x="5087029" y="2741314"/>
          <a:ext cx="233891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891">
                  <a:extLst>
                    <a:ext uri="{9D8B030D-6E8A-4147-A177-3AD203B41FA5}">
                      <a16:colId xmlns:a16="http://schemas.microsoft.com/office/drawing/2014/main" val="1616932205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p:graphicFrame>
        <p:nvGraphicFramePr>
          <p:cNvPr id="44" name="Content Placeholder 27">
            <a:extLst>
              <a:ext uri="{FF2B5EF4-FFF2-40B4-BE49-F238E27FC236}">
                <a16:creationId xmlns:a16="http://schemas.microsoft.com/office/drawing/2014/main" id="{2AA47867-2A3C-47C9-8A97-B323624C32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573766"/>
              </p:ext>
            </p:extLst>
          </p:nvPr>
        </p:nvGraphicFramePr>
        <p:xfrm>
          <a:off x="3944060" y="2719978"/>
          <a:ext cx="634856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8199886"/>
                    </a:ext>
                  </a:extLst>
                </a:gridCol>
                <a:gridCol w="218296">
                  <a:extLst>
                    <a:ext uri="{9D8B030D-6E8A-4147-A177-3AD203B41FA5}">
                      <a16:colId xmlns:a16="http://schemas.microsoft.com/office/drawing/2014/main" val="17514387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21447777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val 9">
                <a:extLst>
                  <a:ext uri="{FF2B5EF4-FFF2-40B4-BE49-F238E27FC236}">
                    <a16:creationId xmlns:a16="http://schemas.microsoft.com/office/drawing/2014/main" id="{DBE0D77B-58AD-4FFE-B15E-A3A9689227CC}"/>
                  </a:ext>
                </a:extLst>
              </p:cNvPr>
              <p:cNvSpPr/>
              <p:nvPr/>
            </p:nvSpPr>
            <p:spPr>
              <a:xfrm>
                <a:off x="5869801" y="1650689"/>
                <a:ext cx="520700" cy="5207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HK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HK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HK" dirty="0"/>
              </a:p>
            </p:txBody>
          </p:sp>
        </mc:Choice>
        <mc:Fallback xmlns="">
          <p:sp>
            <p:nvSpPr>
              <p:cNvPr id="46" name="Oval 9">
                <a:extLst>
                  <a:ext uri="{FF2B5EF4-FFF2-40B4-BE49-F238E27FC236}">
                    <a16:creationId xmlns:a16="http://schemas.microsoft.com/office/drawing/2014/main" id="{DBE0D77B-58AD-4FFE-B15E-A3A9689227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9801" y="1650689"/>
                <a:ext cx="520700" cy="5207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20">
            <a:extLst>
              <a:ext uri="{FF2B5EF4-FFF2-40B4-BE49-F238E27FC236}">
                <a16:creationId xmlns:a16="http://schemas.microsoft.com/office/drawing/2014/main" id="{09C06D96-B0A0-4FF5-B825-97C0B375A950}"/>
              </a:ext>
            </a:extLst>
          </p:cNvPr>
          <p:cNvCxnSpPr>
            <a:cxnSpLocks/>
          </p:cNvCxnSpPr>
          <p:nvPr/>
        </p:nvCxnSpPr>
        <p:spPr>
          <a:xfrm flipH="1">
            <a:off x="5636448" y="2095134"/>
            <a:ext cx="317428" cy="6570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21">
            <a:extLst>
              <a:ext uri="{FF2B5EF4-FFF2-40B4-BE49-F238E27FC236}">
                <a16:creationId xmlns:a16="http://schemas.microsoft.com/office/drawing/2014/main" id="{870413BB-BA0E-4A33-BEF3-6F9D90BD7937}"/>
              </a:ext>
            </a:extLst>
          </p:cNvPr>
          <p:cNvSpPr txBox="1"/>
          <p:nvPr/>
        </p:nvSpPr>
        <p:spPr>
          <a:xfrm>
            <a:off x="5752792" y="22670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0</a:t>
            </a:r>
          </a:p>
        </p:txBody>
      </p:sp>
      <p:cxnSp>
        <p:nvCxnSpPr>
          <p:cNvPr id="49" name="Straight Arrow Connector 34">
            <a:extLst>
              <a:ext uri="{FF2B5EF4-FFF2-40B4-BE49-F238E27FC236}">
                <a16:creationId xmlns:a16="http://schemas.microsoft.com/office/drawing/2014/main" id="{E4A59644-CC77-47C2-9635-3635D415FBE9}"/>
              </a:ext>
            </a:extLst>
          </p:cNvPr>
          <p:cNvCxnSpPr>
            <a:cxnSpLocks/>
            <a:stCxn id="46" idx="5"/>
          </p:cNvCxnSpPr>
          <p:nvPr/>
        </p:nvCxnSpPr>
        <p:spPr>
          <a:xfrm>
            <a:off x="6314246" y="2095134"/>
            <a:ext cx="258543" cy="6532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35">
            <a:extLst>
              <a:ext uri="{FF2B5EF4-FFF2-40B4-BE49-F238E27FC236}">
                <a16:creationId xmlns:a16="http://schemas.microsoft.com/office/drawing/2014/main" id="{E1F52647-7B62-4D4A-9DF1-11138FB577F0}"/>
              </a:ext>
            </a:extLst>
          </p:cNvPr>
          <p:cNvSpPr txBox="1"/>
          <p:nvPr/>
        </p:nvSpPr>
        <p:spPr>
          <a:xfrm>
            <a:off x="6508892" y="228424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1</a:t>
            </a:r>
          </a:p>
        </p:txBody>
      </p:sp>
      <p:graphicFrame>
        <p:nvGraphicFramePr>
          <p:cNvPr id="51" name="Content Placeholder 27">
            <a:extLst>
              <a:ext uri="{FF2B5EF4-FFF2-40B4-BE49-F238E27FC236}">
                <a16:creationId xmlns:a16="http://schemas.microsoft.com/office/drawing/2014/main" id="{8DBD4259-AFD0-4DE0-B0A9-731B1A221A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9610758"/>
              </p:ext>
            </p:extLst>
          </p:nvPr>
        </p:nvGraphicFramePr>
        <p:xfrm>
          <a:off x="5519195" y="2727135"/>
          <a:ext cx="233891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891">
                  <a:extLst>
                    <a:ext uri="{9D8B030D-6E8A-4147-A177-3AD203B41FA5}">
                      <a16:colId xmlns:a16="http://schemas.microsoft.com/office/drawing/2014/main" val="1616932205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p:graphicFrame>
        <p:nvGraphicFramePr>
          <p:cNvPr id="52" name="Content Placeholder 27">
            <a:extLst>
              <a:ext uri="{FF2B5EF4-FFF2-40B4-BE49-F238E27FC236}">
                <a16:creationId xmlns:a16="http://schemas.microsoft.com/office/drawing/2014/main" id="{8A626B01-CA2F-41E5-8364-D982F2E3B9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5822188"/>
              </p:ext>
            </p:extLst>
          </p:nvPr>
        </p:nvGraphicFramePr>
        <p:xfrm>
          <a:off x="6452120" y="2705799"/>
          <a:ext cx="634856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8199886"/>
                    </a:ext>
                  </a:extLst>
                </a:gridCol>
                <a:gridCol w="218296">
                  <a:extLst>
                    <a:ext uri="{9D8B030D-6E8A-4147-A177-3AD203B41FA5}">
                      <a16:colId xmlns:a16="http://schemas.microsoft.com/office/drawing/2014/main" val="17514387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21447777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val 9">
                <a:extLst>
                  <a:ext uri="{FF2B5EF4-FFF2-40B4-BE49-F238E27FC236}">
                    <a16:creationId xmlns:a16="http://schemas.microsoft.com/office/drawing/2014/main" id="{A0021CEC-D96E-4536-8168-443FE0DF403A}"/>
                  </a:ext>
                </a:extLst>
              </p:cNvPr>
              <p:cNvSpPr/>
              <p:nvPr/>
            </p:nvSpPr>
            <p:spPr>
              <a:xfrm>
                <a:off x="4494841" y="4701737"/>
                <a:ext cx="520700" cy="5207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HK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HK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HK" dirty="0"/>
              </a:p>
            </p:txBody>
          </p:sp>
        </mc:Choice>
        <mc:Fallback xmlns="">
          <p:sp>
            <p:nvSpPr>
              <p:cNvPr id="54" name="Oval 9">
                <a:extLst>
                  <a:ext uri="{FF2B5EF4-FFF2-40B4-BE49-F238E27FC236}">
                    <a16:creationId xmlns:a16="http://schemas.microsoft.com/office/drawing/2014/main" id="{A0021CEC-D96E-4536-8168-443FE0DF40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4841" y="4701737"/>
                <a:ext cx="520700" cy="5207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20">
            <a:extLst>
              <a:ext uri="{FF2B5EF4-FFF2-40B4-BE49-F238E27FC236}">
                <a16:creationId xmlns:a16="http://schemas.microsoft.com/office/drawing/2014/main" id="{0AC9D645-382E-4F62-AE99-50349A05369C}"/>
              </a:ext>
            </a:extLst>
          </p:cNvPr>
          <p:cNvCxnSpPr>
            <a:cxnSpLocks/>
          </p:cNvCxnSpPr>
          <p:nvPr/>
        </p:nvCxnSpPr>
        <p:spPr>
          <a:xfrm flipH="1">
            <a:off x="4261488" y="5146182"/>
            <a:ext cx="317428" cy="6570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21">
            <a:extLst>
              <a:ext uri="{FF2B5EF4-FFF2-40B4-BE49-F238E27FC236}">
                <a16:creationId xmlns:a16="http://schemas.microsoft.com/office/drawing/2014/main" id="{8BDA875E-1FB9-4747-B57A-91281F6078A5}"/>
              </a:ext>
            </a:extLst>
          </p:cNvPr>
          <p:cNvSpPr txBox="1"/>
          <p:nvPr/>
        </p:nvSpPr>
        <p:spPr>
          <a:xfrm>
            <a:off x="4377832" y="531805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0</a:t>
            </a:r>
          </a:p>
        </p:txBody>
      </p:sp>
      <p:cxnSp>
        <p:nvCxnSpPr>
          <p:cNvPr id="57" name="Straight Arrow Connector 34">
            <a:extLst>
              <a:ext uri="{FF2B5EF4-FFF2-40B4-BE49-F238E27FC236}">
                <a16:creationId xmlns:a16="http://schemas.microsoft.com/office/drawing/2014/main" id="{A05FBE99-3976-463F-9C5F-38CE9940EED1}"/>
              </a:ext>
            </a:extLst>
          </p:cNvPr>
          <p:cNvCxnSpPr>
            <a:cxnSpLocks/>
            <a:stCxn id="54" idx="5"/>
          </p:cNvCxnSpPr>
          <p:nvPr/>
        </p:nvCxnSpPr>
        <p:spPr>
          <a:xfrm>
            <a:off x="4939286" y="5146182"/>
            <a:ext cx="258543" cy="6532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TextBox 35">
            <a:extLst>
              <a:ext uri="{FF2B5EF4-FFF2-40B4-BE49-F238E27FC236}">
                <a16:creationId xmlns:a16="http://schemas.microsoft.com/office/drawing/2014/main" id="{7627447B-F346-4499-9707-B46F5D524659}"/>
              </a:ext>
            </a:extLst>
          </p:cNvPr>
          <p:cNvSpPr txBox="1"/>
          <p:nvPr/>
        </p:nvSpPr>
        <p:spPr>
          <a:xfrm>
            <a:off x="5133932" y="53352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1</a:t>
            </a:r>
          </a:p>
        </p:txBody>
      </p:sp>
      <p:graphicFrame>
        <p:nvGraphicFramePr>
          <p:cNvPr id="60" name="Content Placeholder 27">
            <a:extLst>
              <a:ext uri="{FF2B5EF4-FFF2-40B4-BE49-F238E27FC236}">
                <a16:creationId xmlns:a16="http://schemas.microsoft.com/office/drawing/2014/main" id="{7CF03FDC-3432-48B0-AA5C-8BFF7CBF44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0726235"/>
              </p:ext>
            </p:extLst>
          </p:nvPr>
        </p:nvGraphicFramePr>
        <p:xfrm>
          <a:off x="4021338" y="5756847"/>
          <a:ext cx="426576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8199886"/>
                    </a:ext>
                  </a:extLst>
                </a:gridCol>
                <a:gridCol w="218296">
                  <a:extLst>
                    <a:ext uri="{9D8B030D-6E8A-4147-A177-3AD203B41FA5}">
                      <a16:colId xmlns:a16="http://schemas.microsoft.com/office/drawing/2014/main" val="175143875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2" name="Oval 9">
                <a:extLst>
                  <a:ext uri="{FF2B5EF4-FFF2-40B4-BE49-F238E27FC236}">
                    <a16:creationId xmlns:a16="http://schemas.microsoft.com/office/drawing/2014/main" id="{9446164C-16BE-4714-8627-BD4D592A398E}"/>
                  </a:ext>
                </a:extLst>
              </p:cNvPr>
              <p:cNvSpPr/>
              <p:nvPr/>
            </p:nvSpPr>
            <p:spPr>
              <a:xfrm>
                <a:off x="5851329" y="4687558"/>
                <a:ext cx="520700" cy="5207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HK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HK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HK" dirty="0"/>
              </a:p>
            </p:txBody>
          </p:sp>
        </mc:Choice>
        <mc:Fallback xmlns="">
          <p:sp>
            <p:nvSpPr>
              <p:cNvPr id="62" name="Oval 9">
                <a:extLst>
                  <a:ext uri="{FF2B5EF4-FFF2-40B4-BE49-F238E27FC236}">
                    <a16:creationId xmlns:a16="http://schemas.microsoft.com/office/drawing/2014/main" id="{9446164C-16BE-4714-8627-BD4D592A3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1329" y="4687558"/>
                <a:ext cx="520700" cy="5207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Arrow Connector 20">
            <a:extLst>
              <a:ext uri="{FF2B5EF4-FFF2-40B4-BE49-F238E27FC236}">
                <a16:creationId xmlns:a16="http://schemas.microsoft.com/office/drawing/2014/main" id="{AD66E1D6-B6AE-40F8-993B-47C554591188}"/>
              </a:ext>
            </a:extLst>
          </p:cNvPr>
          <p:cNvCxnSpPr>
            <a:cxnSpLocks/>
          </p:cNvCxnSpPr>
          <p:nvPr/>
        </p:nvCxnSpPr>
        <p:spPr>
          <a:xfrm flipH="1">
            <a:off x="5617976" y="5132003"/>
            <a:ext cx="317428" cy="6570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TextBox 21">
            <a:extLst>
              <a:ext uri="{FF2B5EF4-FFF2-40B4-BE49-F238E27FC236}">
                <a16:creationId xmlns:a16="http://schemas.microsoft.com/office/drawing/2014/main" id="{17F2665E-AE8F-40FE-B6FF-DDE6FAE83077}"/>
              </a:ext>
            </a:extLst>
          </p:cNvPr>
          <p:cNvSpPr txBox="1"/>
          <p:nvPr/>
        </p:nvSpPr>
        <p:spPr>
          <a:xfrm>
            <a:off x="5734320" y="530387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0</a:t>
            </a:r>
          </a:p>
        </p:txBody>
      </p:sp>
      <p:cxnSp>
        <p:nvCxnSpPr>
          <p:cNvPr id="65" name="Straight Arrow Connector 34">
            <a:extLst>
              <a:ext uri="{FF2B5EF4-FFF2-40B4-BE49-F238E27FC236}">
                <a16:creationId xmlns:a16="http://schemas.microsoft.com/office/drawing/2014/main" id="{FB75A895-2CAA-4439-9B55-193AA9BFA6B9}"/>
              </a:ext>
            </a:extLst>
          </p:cNvPr>
          <p:cNvCxnSpPr>
            <a:cxnSpLocks/>
            <a:stCxn id="62" idx="5"/>
          </p:cNvCxnSpPr>
          <p:nvPr/>
        </p:nvCxnSpPr>
        <p:spPr>
          <a:xfrm>
            <a:off x="6295774" y="5132003"/>
            <a:ext cx="258543" cy="6532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35">
            <a:extLst>
              <a:ext uri="{FF2B5EF4-FFF2-40B4-BE49-F238E27FC236}">
                <a16:creationId xmlns:a16="http://schemas.microsoft.com/office/drawing/2014/main" id="{449183FA-352B-49C0-9530-080264BFE8C2}"/>
              </a:ext>
            </a:extLst>
          </p:cNvPr>
          <p:cNvSpPr txBox="1"/>
          <p:nvPr/>
        </p:nvSpPr>
        <p:spPr>
          <a:xfrm>
            <a:off x="6490420" y="532111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1</a:t>
            </a:r>
          </a:p>
        </p:txBody>
      </p:sp>
      <p:graphicFrame>
        <p:nvGraphicFramePr>
          <p:cNvPr id="68" name="Content Placeholder 27">
            <a:extLst>
              <a:ext uri="{FF2B5EF4-FFF2-40B4-BE49-F238E27FC236}">
                <a16:creationId xmlns:a16="http://schemas.microsoft.com/office/drawing/2014/main" id="{4A030E6E-CD04-4D45-93DB-72F3DCDF51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9063442"/>
              </p:ext>
            </p:extLst>
          </p:nvPr>
        </p:nvGraphicFramePr>
        <p:xfrm>
          <a:off x="6433648" y="5742668"/>
          <a:ext cx="426576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8199886"/>
                    </a:ext>
                  </a:extLst>
                </a:gridCol>
                <a:gridCol w="218296">
                  <a:extLst>
                    <a:ext uri="{9D8B030D-6E8A-4147-A177-3AD203B41FA5}">
                      <a16:colId xmlns:a16="http://schemas.microsoft.com/office/drawing/2014/main" val="175143875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p:graphicFrame>
        <p:nvGraphicFramePr>
          <p:cNvPr id="69" name="Content Placeholder 27">
            <a:extLst>
              <a:ext uri="{FF2B5EF4-FFF2-40B4-BE49-F238E27FC236}">
                <a16:creationId xmlns:a16="http://schemas.microsoft.com/office/drawing/2014/main" id="{224B7F0E-86A5-4A4F-BDF6-CE47BC67AA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6662589"/>
              </p:ext>
            </p:extLst>
          </p:nvPr>
        </p:nvGraphicFramePr>
        <p:xfrm>
          <a:off x="4911616" y="5750333"/>
          <a:ext cx="426576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8199886"/>
                    </a:ext>
                  </a:extLst>
                </a:gridCol>
                <a:gridCol w="218296">
                  <a:extLst>
                    <a:ext uri="{9D8B030D-6E8A-4147-A177-3AD203B41FA5}">
                      <a16:colId xmlns:a16="http://schemas.microsoft.com/office/drawing/2014/main" val="175143875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p:graphicFrame>
        <p:nvGraphicFramePr>
          <p:cNvPr id="70" name="Content Placeholder 27">
            <a:extLst>
              <a:ext uri="{FF2B5EF4-FFF2-40B4-BE49-F238E27FC236}">
                <a16:creationId xmlns:a16="http://schemas.microsoft.com/office/drawing/2014/main" id="{4026A03A-1AFA-45A1-B4C8-1305FD6175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2625525"/>
              </p:ext>
            </p:extLst>
          </p:nvPr>
        </p:nvGraphicFramePr>
        <p:xfrm>
          <a:off x="5420045" y="5745001"/>
          <a:ext cx="426576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8199886"/>
                    </a:ext>
                  </a:extLst>
                </a:gridCol>
                <a:gridCol w="218296">
                  <a:extLst>
                    <a:ext uri="{9D8B030D-6E8A-4147-A177-3AD203B41FA5}">
                      <a16:colId xmlns:a16="http://schemas.microsoft.com/office/drawing/2014/main" val="175143875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5EA20CE-F1E9-4B2B-AA30-A0CE8E7A3EB3}"/>
                  </a:ext>
                </a:extLst>
              </p:cNvPr>
              <p:cNvSpPr txBox="1"/>
              <p:nvPr/>
            </p:nvSpPr>
            <p:spPr>
              <a:xfrm>
                <a:off x="8434449" y="1725802"/>
                <a:ext cx="27524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dirty="0"/>
                  <a:t>Further split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HK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HK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5EA20CE-F1E9-4B2B-AA30-A0CE8E7A3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4449" y="1725802"/>
                <a:ext cx="2752437" cy="369332"/>
              </a:xfrm>
              <a:prstGeom prst="rect">
                <a:avLst/>
              </a:prstGeom>
              <a:blipFill>
                <a:blip r:embed="rId8"/>
                <a:stretch>
                  <a:fillRect l="-1843"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4">
                <a:extLst>
                  <a:ext uri="{FF2B5EF4-FFF2-40B4-BE49-F238E27FC236}">
                    <a16:creationId xmlns:a16="http://schemas.microsoft.com/office/drawing/2014/main" id="{C8565211-32CD-4E0F-A170-495C68ADE242}"/>
                  </a:ext>
                </a:extLst>
              </p:cNvPr>
              <p:cNvSpPr/>
              <p:nvPr/>
            </p:nvSpPr>
            <p:spPr>
              <a:xfrm>
                <a:off x="1231491" y="1752969"/>
                <a:ext cx="3348379" cy="2862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HK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HK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HK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HK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HK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HK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HK"/>
                  <a:t>	</a:t>
                </a:r>
                <a14:m>
                  <m:oMath xmlns:m="http://schemas.openxmlformats.org/officeDocument/2006/math">
                    <m:r>
                      <a:rPr lang="en-HK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HK"/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/>
                  <a:t>1.	0	0	0	0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/>
                  <a:t>2.	0	0	0	0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/>
                  <a:t>3.	0	0	1	1</a:t>
                </a:r>
              </a:p>
              <a:p>
                <a:pPr marL="342900" indent="-342900">
                  <a:buAutoNum type="arabicPeriod" startAt="4"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/>
                  <a:t>	1	0	1	1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/>
                  <a:t>5.	0	1	0	2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/>
                  <a:t>6.	1	1	0	2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/>
                  <a:t>7.	1	1	1	3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/>
                  <a:t>8.	1	1	1	3</a:t>
                </a:r>
              </a:p>
              <a:p>
                <a:pPr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endParaRPr lang="en-HK"/>
              </a:p>
            </p:txBody>
          </p:sp>
        </mc:Choice>
        <mc:Fallback xmlns="">
          <p:sp>
            <p:nvSpPr>
              <p:cNvPr id="53" name="Rectangle 4">
                <a:extLst>
                  <a:ext uri="{FF2B5EF4-FFF2-40B4-BE49-F238E27FC236}">
                    <a16:creationId xmlns:a16="http://schemas.microsoft.com/office/drawing/2014/main" id="{C8565211-32CD-4E0F-A170-495C68ADE2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491" y="1752969"/>
                <a:ext cx="3348379" cy="2862322"/>
              </a:xfrm>
              <a:prstGeom prst="rect">
                <a:avLst/>
              </a:prstGeom>
              <a:blipFill>
                <a:blip r:embed="rId9"/>
                <a:stretch>
                  <a:fillRect l="-1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FF8A4E-E943-4701-9763-AB9AB5CBC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813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ontent Placeholder 27">
            <a:extLst>
              <a:ext uri="{FF2B5EF4-FFF2-40B4-BE49-F238E27FC236}">
                <a16:creationId xmlns:a16="http://schemas.microsoft.com/office/drawing/2014/main" id="{2596DD07-5A43-46B6-9131-ED51B65F1DCA}"/>
              </a:ext>
            </a:extLst>
          </p:cNvPr>
          <p:cNvGraphicFramePr>
            <a:graphicFrameLocks/>
          </p:cNvGraphicFramePr>
          <p:nvPr/>
        </p:nvGraphicFramePr>
        <p:xfrm>
          <a:off x="3570209" y="4722728"/>
          <a:ext cx="892011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616932205"/>
                    </a:ext>
                  </a:extLst>
                </a:gridCol>
                <a:gridCol w="224406">
                  <a:extLst>
                    <a:ext uri="{9D8B030D-6E8A-4147-A177-3AD203B41FA5}">
                      <a16:colId xmlns:a16="http://schemas.microsoft.com/office/drawing/2014/main" val="3398199886"/>
                    </a:ext>
                  </a:extLst>
                </a:gridCol>
                <a:gridCol w="234919">
                  <a:extLst>
                    <a:ext uri="{9D8B030D-6E8A-4147-A177-3AD203B41FA5}">
                      <a16:colId xmlns:a16="http://schemas.microsoft.com/office/drawing/2014/main" val="1751438753"/>
                    </a:ext>
                  </a:extLst>
                </a:gridCol>
                <a:gridCol w="224406">
                  <a:extLst>
                    <a:ext uri="{9D8B030D-6E8A-4147-A177-3AD203B41FA5}">
                      <a16:colId xmlns:a16="http://schemas.microsoft.com/office/drawing/2014/main" val="3121447777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60AD4B8A-F8EE-4046-BAA6-10D846900C45}"/>
              </a:ext>
            </a:extLst>
          </p:cNvPr>
          <p:cNvGrpSpPr/>
          <p:nvPr/>
        </p:nvGrpSpPr>
        <p:grpSpPr>
          <a:xfrm>
            <a:off x="4899097" y="3645178"/>
            <a:ext cx="1185350" cy="1101528"/>
            <a:chOff x="7441257" y="1610086"/>
            <a:chExt cx="1185350" cy="11015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val 9">
                  <a:extLst>
                    <a:ext uri="{FF2B5EF4-FFF2-40B4-BE49-F238E27FC236}">
                      <a16:creationId xmlns:a16="http://schemas.microsoft.com/office/drawing/2014/main" id="{49A1321A-0A06-433C-96C1-EFDE25F0CC20}"/>
                    </a:ext>
                  </a:extLst>
                </p:cNvPr>
                <p:cNvSpPr/>
                <p:nvPr/>
              </p:nvSpPr>
              <p:spPr>
                <a:xfrm>
                  <a:off x="7674610" y="1610086"/>
                  <a:ext cx="520700" cy="5207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HK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HK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HK" dirty="0"/>
                </a:p>
              </p:txBody>
            </p:sp>
          </mc:Choice>
          <mc:Fallback xmlns="">
            <p:sp>
              <p:nvSpPr>
                <p:cNvPr id="17" name="Oval 9">
                  <a:extLst>
                    <a:ext uri="{FF2B5EF4-FFF2-40B4-BE49-F238E27FC236}">
                      <a16:creationId xmlns:a16="http://schemas.microsoft.com/office/drawing/2014/main" id="{49A1321A-0A06-433C-96C1-EFDE25F0CC2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4610" y="1610086"/>
                  <a:ext cx="520700" cy="520700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20">
              <a:extLst>
                <a:ext uri="{FF2B5EF4-FFF2-40B4-BE49-F238E27FC236}">
                  <a16:creationId xmlns:a16="http://schemas.microsoft.com/office/drawing/2014/main" id="{0CE511EA-EE8C-4BBD-AF24-36DB119E2D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41257" y="2054531"/>
              <a:ext cx="317428" cy="6570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21">
              <a:extLst>
                <a:ext uri="{FF2B5EF4-FFF2-40B4-BE49-F238E27FC236}">
                  <a16:creationId xmlns:a16="http://schemas.microsoft.com/office/drawing/2014/main" id="{503BD1A2-0326-4DD0-B359-CAAA1A7D831F}"/>
                </a:ext>
              </a:extLst>
            </p:cNvPr>
            <p:cNvSpPr txBox="1"/>
            <p:nvPr/>
          </p:nvSpPr>
          <p:spPr>
            <a:xfrm>
              <a:off x="7557601" y="222639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0</a:t>
              </a:r>
            </a:p>
          </p:txBody>
        </p:sp>
        <p:cxnSp>
          <p:nvCxnSpPr>
            <p:cNvPr id="20" name="Straight Arrow Connector 34">
              <a:extLst>
                <a:ext uri="{FF2B5EF4-FFF2-40B4-BE49-F238E27FC236}">
                  <a16:creationId xmlns:a16="http://schemas.microsoft.com/office/drawing/2014/main" id="{AE17FB9C-7D09-4DF3-8D61-03B6BBE170D9}"/>
                </a:ext>
              </a:extLst>
            </p:cNvPr>
            <p:cNvCxnSpPr>
              <a:cxnSpLocks/>
              <a:stCxn id="17" idx="5"/>
            </p:cNvCxnSpPr>
            <p:nvPr/>
          </p:nvCxnSpPr>
          <p:spPr>
            <a:xfrm>
              <a:off x="8119055" y="2054531"/>
              <a:ext cx="366854" cy="6570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35">
              <a:extLst>
                <a:ext uri="{FF2B5EF4-FFF2-40B4-BE49-F238E27FC236}">
                  <a16:creationId xmlns:a16="http://schemas.microsoft.com/office/drawing/2014/main" id="{3B7B806A-FE78-40F1-951D-0B8618C412B3}"/>
                </a:ext>
              </a:extLst>
            </p:cNvPr>
            <p:cNvSpPr txBox="1"/>
            <p:nvPr/>
          </p:nvSpPr>
          <p:spPr>
            <a:xfrm>
              <a:off x="8313701" y="224364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1</a:t>
              </a:r>
            </a:p>
          </p:txBody>
        </p:sp>
      </p:grpSp>
      <p:graphicFrame>
        <p:nvGraphicFramePr>
          <p:cNvPr id="22" name="Content Placeholder 27">
            <a:extLst>
              <a:ext uri="{FF2B5EF4-FFF2-40B4-BE49-F238E27FC236}">
                <a16:creationId xmlns:a16="http://schemas.microsoft.com/office/drawing/2014/main" id="{0DD9789A-6A7F-42E8-85EF-52026B1B3AF3}"/>
              </a:ext>
            </a:extLst>
          </p:cNvPr>
          <p:cNvGraphicFramePr>
            <a:graphicFrameLocks/>
          </p:cNvGraphicFramePr>
          <p:nvPr/>
        </p:nvGraphicFramePr>
        <p:xfrm>
          <a:off x="6410360" y="4716642"/>
          <a:ext cx="892011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616932205"/>
                    </a:ext>
                  </a:extLst>
                </a:gridCol>
                <a:gridCol w="224406">
                  <a:extLst>
                    <a:ext uri="{9D8B030D-6E8A-4147-A177-3AD203B41FA5}">
                      <a16:colId xmlns:a16="http://schemas.microsoft.com/office/drawing/2014/main" val="3398199886"/>
                    </a:ext>
                  </a:extLst>
                </a:gridCol>
                <a:gridCol w="234919">
                  <a:extLst>
                    <a:ext uri="{9D8B030D-6E8A-4147-A177-3AD203B41FA5}">
                      <a16:colId xmlns:a16="http://schemas.microsoft.com/office/drawing/2014/main" val="1751438753"/>
                    </a:ext>
                  </a:extLst>
                </a:gridCol>
                <a:gridCol w="224406">
                  <a:extLst>
                    <a:ext uri="{9D8B030D-6E8A-4147-A177-3AD203B41FA5}">
                      <a16:colId xmlns:a16="http://schemas.microsoft.com/office/drawing/2014/main" val="3121447777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5F813954-9E08-44A3-BA4C-99575EB08EEE}"/>
              </a:ext>
            </a:extLst>
          </p:cNvPr>
          <p:cNvGrpSpPr/>
          <p:nvPr/>
        </p:nvGrpSpPr>
        <p:grpSpPr>
          <a:xfrm>
            <a:off x="4899097" y="597692"/>
            <a:ext cx="1185350" cy="1101528"/>
            <a:chOff x="4453359" y="1693306"/>
            <a:chExt cx="1185350" cy="11015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9">
                  <a:extLst>
                    <a:ext uri="{FF2B5EF4-FFF2-40B4-BE49-F238E27FC236}">
                      <a16:creationId xmlns:a16="http://schemas.microsoft.com/office/drawing/2014/main" id="{E73663E2-F05C-491C-A939-3926E9A6EB2F}"/>
                    </a:ext>
                  </a:extLst>
                </p:cNvPr>
                <p:cNvSpPr/>
                <p:nvPr/>
              </p:nvSpPr>
              <p:spPr>
                <a:xfrm>
                  <a:off x="4686712" y="1693306"/>
                  <a:ext cx="520700" cy="5207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HK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HK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HK" dirty="0"/>
                </a:p>
              </p:txBody>
            </p:sp>
          </mc:Choice>
          <mc:Fallback xmlns="">
            <p:sp>
              <p:nvSpPr>
                <p:cNvPr id="6" name="Oval 9">
                  <a:extLst>
                    <a:ext uri="{FF2B5EF4-FFF2-40B4-BE49-F238E27FC236}">
                      <a16:creationId xmlns:a16="http://schemas.microsoft.com/office/drawing/2014/main" id="{E73663E2-F05C-491C-A939-3926E9A6EB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6712" y="1693306"/>
                  <a:ext cx="520700" cy="52070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Arrow Connector 20">
              <a:extLst>
                <a:ext uri="{FF2B5EF4-FFF2-40B4-BE49-F238E27FC236}">
                  <a16:creationId xmlns:a16="http://schemas.microsoft.com/office/drawing/2014/main" id="{5B2D0CA0-2155-42EE-91EE-E0330EF94D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53359" y="2137751"/>
              <a:ext cx="317428" cy="6570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21">
              <a:extLst>
                <a:ext uri="{FF2B5EF4-FFF2-40B4-BE49-F238E27FC236}">
                  <a16:creationId xmlns:a16="http://schemas.microsoft.com/office/drawing/2014/main" id="{9F65ED95-5D04-4657-BF6F-AE157BEE8F23}"/>
                </a:ext>
              </a:extLst>
            </p:cNvPr>
            <p:cNvSpPr txBox="1"/>
            <p:nvPr/>
          </p:nvSpPr>
          <p:spPr>
            <a:xfrm>
              <a:off x="4569703" y="230961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0</a:t>
              </a:r>
            </a:p>
          </p:txBody>
        </p:sp>
        <p:cxnSp>
          <p:nvCxnSpPr>
            <p:cNvPr id="9" name="Straight Arrow Connector 34">
              <a:extLst>
                <a:ext uri="{FF2B5EF4-FFF2-40B4-BE49-F238E27FC236}">
                  <a16:creationId xmlns:a16="http://schemas.microsoft.com/office/drawing/2014/main" id="{C1AAC95A-0B74-4F19-85F0-6AD52937D026}"/>
                </a:ext>
              </a:extLst>
            </p:cNvPr>
            <p:cNvCxnSpPr>
              <a:cxnSpLocks/>
              <a:stCxn id="6" idx="5"/>
            </p:cNvCxnSpPr>
            <p:nvPr/>
          </p:nvCxnSpPr>
          <p:spPr>
            <a:xfrm>
              <a:off x="5131157" y="2137751"/>
              <a:ext cx="366854" cy="6570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35">
              <a:extLst>
                <a:ext uri="{FF2B5EF4-FFF2-40B4-BE49-F238E27FC236}">
                  <a16:creationId xmlns:a16="http://schemas.microsoft.com/office/drawing/2014/main" id="{F6EE8F83-E217-4A1F-AB31-CACB5E5F11BE}"/>
                </a:ext>
              </a:extLst>
            </p:cNvPr>
            <p:cNvSpPr txBox="1"/>
            <p:nvPr/>
          </p:nvSpPr>
          <p:spPr>
            <a:xfrm>
              <a:off x="5325803" y="232686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1</a:t>
              </a:r>
            </a:p>
          </p:txBody>
        </p:sp>
      </p:grpSp>
      <p:graphicFrame>
        <p:nvGraphicFramePr>
          <p:cNvPr id="14" name="Content Placeholder 27">
            <a:extLst>
              <a:ext uri="{FF2B5EF4-FFF2-40B4-BE49-F238E27FC236}">
                <a16:creationId xmlns:a16="http://schemas.microsoft.com/office/drawing/2014/main" id="{C68C215A-3D9C-4B5A-8249-2BFFDA4E9182}"/>
              </a:ext>
            </a:extLst>
          </p:cNvPr>
          <p:cNvGraphicFramePr>
            <a:graphicFrameLocks/>
          </p:cNvGraphicFramePr>
          <p:nvPr/>
        </p:nvGraphicFramePr>
        <p:xfrm>
          <a:off x="6405848" y="1669156"/>
          <a:ext cx="892011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616932205"/>
                    </a:ext>
                  </a:extLst>
                </a:gridCol>
                <a:gridCol w="224406">
                  <a:extLst>
                    <a:ext uri="{9D8B030D-6E8A-4147-A177-3AD203B41FA5}">
                      <a16:colId xmlns:a16="http://schemas.microsoft.com/office/drawing/2014/main" val="3398199886"/>
                    </a:ext>
                  </a:extLst>
                </a:gridCol>
                <a:gridCol w="234919">
                  <a:extLst>
                    <a:ext uri="{9D8B030D-6E8A-4147-A177-3AD203B41FA5}">
                      <a16:colId xmlns:a16="http://schemas.microsoft.com/office/drawing/2014/main" val="1751438753"/>
                    </a:ext>
                  </a:extLst>
                </a:gridCol>
                <a:gridCol w="224406">
                  <a:extLst>
                    <a:ext uri="{9D8B030D-6E8A-4147-A177-3AD203B41FA5}">
                      <a16:colId xmlns:a16="http://schemas.microsoft.com/office/drawing/2014/main" val="3121447777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p:graphicFrame>
        <p:nvGraphicFramePr>
          <p:cNvPr id="23" name="Content Placeholder 27">
            <a:extLst>
              <a:ext uri="{FF2B5EF4-FFF2-40B4-BE49-F238E27FC236}">
                <a16:creationId xmlns:a16="http://schemas.microsoft.com/office/drawing/2014/main" id="{9CB27E3A-0B83-492C-AEE0-81814B4120CD}"/>
              </a:ext>
            </a:extLst>
          </p:cNvPr>
          <p:cNvGraphicFramePr>
            <a:graphicFrameLocks/>
          </p:cNvGraphicFramePr>
          <p:nvPr/>
        </p:nvGraphicFramePr>
        <p:xfrm>
          <a:off x="3611349" y="1669156"/>
          <a:ext cx="892011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616932205"/>
                    </a:ext>
                  </a:extLst>
                </a:gridCol>
                <a:gridCol w="224406">
                  <a:extLst>
                    <a:ext uri="{9D8B030D-6E8A-4147-A177-3AD203B41FA5}">
                      <a16:colId xmlns:a16="http://schemas.microsoft.com/office/drawing/2014/main" val="3398199886"/>
                    </a:ext>
                  </a:extLst>
                </a:gridCol>
                <a:gridCol w="234919">
                  <a:extLst>
                    <a:ext uri="{9D8B030D-6E8A-4147-A177-3AD203B41FA5}">
                      <a16:colId xmlns:a16="http://schemas.microsoft.com/office/drawing/2014/main" val="1751438753"/>
                    </a:ext>
                  </a:extLst>
                </a:gridCol>
                <a:gridCol w="224406">
                  <a:extLst>
                    <a:ext uri="{9D8B030D-6E8A-4147-A177-3AD203B41FA5}">
                      <a16:colId xmlns:a16="http://schemas.microsoft.com/office/drawing/2014/main" val="3121447777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2F13979-1D17-43E9-8B57-0168FEBDBD8C}"/>
                  </a:ext>
                </a:extLst>
              </p:cNvPr>
              <p:cNvSpPr/>
              <p:nvPr/>
            </p:nvSpPr>
            <p:spPr>
              <a:xfrm>
                <a:off x="8434449" y="2688861"/>
                <a:ext cx="23086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Error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rate</m:t>
                      </m:r>
                      <m:r>
                        <a:rPr lang="en-HK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HK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________</m:t>
                      </m:r>
                    </m:oMath>
                  </m:oMathPara>
                </a14:m>
                <a:endParaRPr lang="en-HK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2F13979-1D17-43E9-8B57-0168FEBDBD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4449" y="2688861"/>
                <a:ext cx="230864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9">
                <a:extLst>
                  <a:ext uri="{FF2B5EF4-FFF2-40B4-BE49-F238E27FC236}">
                    <a16:creationId xmlns:a16="http://schemas.microsoft.com/office/drawing/2014/main" id="{E0B20381-A8F2-4032-8D93-8EA74573AAAC}"/>
                  </a:ext>
                </a:extLst>
              </p:cNvPr>
              <p:cNvSpPr/>
              <p:nvPr/>
            </p:nvSpPr>
            <p:spPr>
              <a:xfrm>
                <a:off x="4513313" y="1664868"/>
                <a:ext cx="520700" cy="5207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HK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HK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HK" dirty="0"/>
              </a:p>
            </p:txBody>
          </p:sp>
        </mc:Choice>
        <mc:Fallback xmlns="">
          <p:sp>
            <p:nvSpPr>
              <p:cNvPr id="38" name="Oval 9">
                <a:extLst>
                  <a:ext uri="{FF2B5EF4-FFF2-40B4-BE49-F238E27FC236}">
                    <a16:creationId xmlns:a16="http://schemas.microsoft.com/office/drawing/2014/main" id="{E0B20381-A8F2-4032-8D93-8EA74573AA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3313" y="1664868"/>
                <a:ext cx="520700" cy="5207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20">
            <a:extLst>
              <a:ext uri="{FF2B5EF4-FFF2-40B4-BE49-F238E27FC236}">
                <a16:creationId xmlns:a16="http://schemas.microsoft.com/office/drawing/2014/main" id="{226AE8B7-B19D-4224-BE9F-4F0BBFFEEE96}"/>
              </a:ext>
            </a:extLst>
          </p:cNvPr>
          <p:cNvCxnSpPr>
            <a:cxnSpLocks/>
          </p:cNvCxnSpPr>
          <p:nvPr/>
        </p:nvCxnSpPr>
        <p:spPr>
          <a:xfrm flipH="1">
            <a:off x="4279960" y="2109313"/>
            <a:ext cx="317428" cy="6570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21">
            <a:extLst>
              <a:ext uri="{FF2B5EF4-FFF2-40B4-BE49-F238E27FC236}">
                <a16:creationId xmlns:a16="http://schemas.microsoft.com/office/drawing/2014/main" id="{CE4A96DC-05AE-4895-8597-63DB8D28EB8F}"/>
              </a:ext>
            </a:extLst>
          </p:cNvPr>
          <p:cNvSpPr txBox="1"/>
          <p:nvPr/>
        </p:nvSpPr>
        <p:spPr>
          <a:xfrm>
            <a:off x="4396304" y="228118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0</a:t>
            </a:r>
          </a:p>
        </p:txBody>
      </p:sp>
      <p:cxnSp>
        <p:nvCxnSpPr>
          <p:cNvPr id="41" name="Straight Arrow Connector 34">
            <a:extLst>
              <a:ext uri="{FF2B5EF4-FFF2-40B4-BE49-F238E27FC236}">
                <a16:creationId xmlns:a16="http://schemas.microsoft.com/office/drawing/2014/main" id="{9FAE925D-00FE-4E81-B035-F2E1FCF9E3B0}"/>
              </a:ext>
            </a:extLst>
          </p:cNvPr>
          <p:cNvCxnSpPr>
            <a:cxnSpLocks/>
            <a:stCxn id="38" idx="5"/>
          </p:cNvCxnSpPr>
          <p:nvPr/>
        </p:nvCxnSpPr>
        <p:spPr>
          <a:xfrm>
            <a:off x="4957758" y="2109313"/>
            <a:ext cx="258543" cy="6532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35">
            <a:extLst>
              <a:ext uri="{FF2B5EF4-FFF2-40B4-BE49-F238E27FC236}">
                <a16:creationId xmlns:a16="http://schemas.microsoft.com/office/drawing/2014/main" id="{3CD2070B-DC5E-43F9-9D59-EE628EF62E93}"/>
              </a:ext>
            </a:extLst>
          </p:cNvPr>
          <p:cNvSpPr txBox="1"/>
          <p:nvPr/>
        </p:nvSpPr>
        <p:spPr>
          <a:xfrm>
            <a:off x="5152404" y="229842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1</a:t>
            </a:r>
          </a:p>
        </p:txBody>
      </p:sp>
      <p:graphicFrame>
        <p:nvGraphicFramePr>
          <p:cNvPr id="43" name="Content Placeholder 27">
            <a:extLst>
              <a:ext uri="{FF2B5EF4-FFF2-40B4-BE49-F238E27FC236}">
                <a16:creationId xmlns:a16="http://schemas.microsoft.com/office/drawing/2014/main" id="{8DF7AB93-4477-417E-9A05-B1919C4DE6C8}"/>
              </a:ext>
            </a:extLst>
          </p:cNvPr>
          <p:cNvGraphicFramePr>
            <a:graphicFrameLocks/>
          </p:cNvGraphicFramePr>
          <p:nvPr/>
        </p:nvGraphicFramePr>
        <p:xfrm>
          <a:off x="4723867" y="2741314"/>
          <a:ext cx="233891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891">
                  <a:extLst>
                    <a:ext uri="{9D8B030D-6E8A-4147-A177-3AD203B41FA5}">
                      <a16:colId xmlns:a16="http://schemas.microsoft.com/office/drawing/2014/main" val="1616932205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p:graphicFrame>
        <p:nvGraphicFramePr>
          <p:cNvPr id="44" name="Content Placeholder 27">
            <a:extLst>
              <a:ext uri="{FF2B5EF4-FFF2-40B4-BE49-F238E27FC236}">
                <a16:creationId xmlns:a16="http://schemas.microsoft.com/office/drawing/2014/main" id="{2AA47867-2A3C-47C9-8A97-B323624C32BD}"/>
              </a:ext>
            </a:extLst>
          </p:cNvPr>
          <p:cNvGraphicFramePr>
            <a:graphicFrameLocks/>
          </p:cNvGraphicFramePr>
          <p:nvPr/>
        </p:nvGraphicFramePr>
        <p:xfrm>
          <a:off x="3422498" y="2719978"/>
          <a:ext cx="634856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8199886"/>
                    </a:ext>
                  </a:extLst>
                </a:gridCol>
                <a:gridCol w="218296">
                  <a:extLst>
                    <a:ext uri="{9D8B030D-6E8A-4147-A177-3AD203B41FA5}">
                      <a16:colId xmlns:a16="http://schemas.microsoft.com/office/drawing/2014/main" val="17514387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21447777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val 9">
                <a:extLst>
                  <a:ext uri="{FF2B5EF4-FFF2-40B4-BE49-F238E27FC236}">
                    <a16:creationId xmlns:a16="http://schemas.microsoft.com/office/drawing/2014/main" id="{DBE0D77B-58AD-4FFE-B15E-A3A9689227CC}"/>
                  </a:ext>
                </a:extLst>
              </p:cNvPr>
              <p:cNvSpPr/>
              <p:nvPr/>
            </p:nvSpPr>
            <p:spPr>
              <a:xfrm>
                <a:off x="5869801" y="1650689"/>
                <a:ext cx="520700" cy="5207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HK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HK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HK" dirty="0"/>
              </a:p>
            </p:txBody>
          </p:sp>
        </mc:Choice>
        <mc:Fallback xmlns="">
          <p:sp>
            <p:nvSpPr>
              <p:cNvPr id="46" name="Oval 9">
                <a:extLst>
                  <a:ext uri="{FF2B5EF4-FFF2-40B4-BE49-F238E27FC236}">
                    <a16:creationId xmlns:a16="http://schemas.microsoft.com/office/drawing/2014/main" id="{DBE0D77B-58AD-4FFE-B15E-A3A9689227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9801" y="1650689"/>
                <a:ext cx="520700" cy="5207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20">
            <a:extLst>
              <a:ext uri="{FF2B5EF4-FFF2-40B4-BE49-F238E27FC236}">
                <a16:creationId xmlns:a16="http://schemas.microsoft.com/office/drawing/2014/main" id="{09C06D96-B0A0-4FF5-B825-97C0B375A950}"/>
              </a:ext>
            </a:extLst>
          </p:cNvPr>
          <p:cNvCxnSpPr>
            <a:cxnSpLocks/>
          </p:cNvCxnSpPr>
          <p:nvPr/>
        </p:nvCxnSpPr>
        <p:spPr>
          <a:xfrm flipH="1">
            <a:off x="5636448" y="2095134"/>
            <a:ext cx="317428" cy="6570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21">
            <a:extLst>
              <a:ext uri="{FF2B5EF4-FFF2-40B4-BE49-F238E27FC236}">
                <a16:creationId xmlns:a16="http://schemas.microsoft.com/office/drawing/2014/main" id="{870413BB-BA0E-4A33-BEF3-6F9D90BD7937}"/>
              </a:ext>
            </a:extLst>
          </p:cNvPr>
          <p:cNvSpPr txBox="1"/>
          <p:nvPr/>
        </p:nvSpPr>
        <p:spPr>
          <a:xfrm>
            <a:off x="5752792" y="22670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0</a:t>
            </a:r>
          </a:p>
        </p:txBody>
      </p:sp>
      <p:cxnSp>
        <p:nvCxnSpPr>
          <p:cNvPr id="49" name="Straight Arrow Connector 34">
            <a:extLst>
              <a:ext uri="{FF2B5EF4-FFF2-40B4-BE49-F238E27FC236}">
                <a16:creationId xmlns:a16="http://schemas.microsoft.com/office/drawing/2014/main" id="{E4A59644-CC77-47C2-9635-3635D415FBE9}"/>
              </a:ext>
            </a:extLst>
          </p:cNvPr>
          <p:cNvCxnSpPr>
            <a:cxnSpLocks/>
            <a:stCxn id="46" idx="5"/>
          </p:cNvCxnSpPr>
          <p:nvPr/>
        </p:nvCxnSpPr>
        <p:spPr>
          <a:xfrm>
            <a:off x="6314246" y="2095134"/>
            <a:ext cx="258543" cy="6532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35">
            <a:extLst>
              <a:ext uri="{FF2B5EF4-FFF2-40B4-BE49-F238E27FC236}">
                <a16:creationId xmlns:a16="http://schemas.microsoft.com/office/drawing/2014/main" id="{E1F52647-7B62-4D4A-9DF1-11138FB577F0}"/>
              </a:ext>
            </a:extLst>
          </p:cNvPr>
          <p:cNvSpPr txBox="1"/>
          <p:nvPr/>
        </p:nvSpPr>
        <p:spPr>
          <a:xfrm>
            <a:off x="6508892" y="228424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1</a:t>
            </a:r>
          </a:p>
        </p:txBody>
      </p:sp>
      <p:graphicFrame>
        <p:nvGraphicFramePr>
          <p:cNvPr id="51" name="Content Placeholder 27">
            <a:extLst>
              <a:ext uri="{FF2B5EF4-FFF2-40B4-BE49-F238E27FC236}">
                <a16:creationId xmlns:a16="http://schemas.microsoft.com/office/drawing/2014/main" id="{8DBD4259-AFD0-4DE0-B0A9-731B1A221A74}"/>
              </a:ext>
            </a:extLst>
          </p:cNvPr>
          <p:cNvGraphicFramePr>
            <a:graphicFrameLocks/>
          </p:cNvGraphicFramePr>
          <p:nvPr/>
        </p:nvGraphicFramePr>
        <p:xfrm>
          <a:off x="5895881" y="2727135"/>
          <a:ext cx="233891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891">
                  <a:extLst>
                    <a:ext uri="{9D8B030D-6E8A-4147-A177-3AD203B41FA5}">
                      <a16:colId xmlns:a16="http://schemas.microsoft.com/office/drawing/2014/main" val="1616932205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p:graphicFrame>
        <p:nvGraphicFramePr>
          <p:cNvPr id="52" name="Content Placeholder 27">
            <a:extLst>
              <a:ext uri="{FF2B5EF4-FFF2-40B4-BE49-F238E27FC236}">
                <a16:creationId xmlns:a16="http://schemas.microsoft.com/office/drawing/2014/main" id="{8A626B01-CA2F-41E5-8364-D982F2E3B95C}"/>
              </a:ext>
            </a:extLst>
          </p:cNvPr>
          <p:cNvGraphicFramePr>
            <a:graphicFrameLocks/>
          </p:cNvGraphicFramePr>
          <p:nvPr/>
        </p:nvGraphicFramePr>
        <p:xfrm>
          <a:off x="6813339" y="2705799"/>
          <a:ext cx="634856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8199886"/>
                    </a:ext>
                  </a:extLst>
                </a:gridCol>
                <a:gridCol w="218296">
                  <a:extLst>
                    <a:ext uri="{9D8B030D-6E8A-4147-A177-3AD203B41FA5}">
                      <a16:colId xmlns:a16="http://schemas.microsoft.com/office/drawing/2014/main" val="17514387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21447777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val 9">
                <a:extLst>
                  <a:ext uri="{FF2B5EF4-FFF2-40B4-BE49-F238E27FC236}">
                    <a16:creationId xmlns:a16="http://schemas.microsoft.com/office/drawing/2014/main" id="{A0021CEC-D96E-4536-8168-443FE0DF403A}"/>
                  </a:ext>
                </a:extLst>
              </p:cNvPr>
              <p:cNvSpPr/>
              <p:nvPr/>
            </p:nvSpPr>
            <p:spPr>
              <a:xfrm>
                <a:off x="4494841" y="4701737"/>
                <a:ext cx="520700" cy="5207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HK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HK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HK" dirty="0"/>
              </a:p>
            </p:txBody>
          </p:sp>
        </mc:Choice>
        <mc:Fallback xmlns="">
          <p:sp>
            <p:nvSpPr>
              <p:cNvPr id="54" name="Oval 9">
                <a:extLst>
                  <a:ext uri="{FF2B5EF4-FFF2-40B4-BE49-F238E27FC236}">
                    <a16:creationId xmlns:a16="http://schemas.microsoft.com/office/drawing/2014/main" id="{A0021CEC-D96E-4536-8168-443FE0DF40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4841" y="4701737"/>
                <a:ext cx="520700" cy="5207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20">
            <a:extLst>
              <a:ext uri="{FF2B5EF4-FFF2-40B4-BE49-F238E27FC236}">
                <a16:creationId xmlns:a16="http://schemas.microsoft.com/office/drawing/2014/main" id="{0AC9D645-382E-4F62-AE99-50349A05369C}"/>
              </a:ext>
            </a:extLst>
          </p:cNvPr>
          <p:cNvCxnSpPr>
            <a:cxnSpLocks/>
          </p:cNvCxnSpPr>
          <p:nvPr/>
        </p:nvCxnSpPr>
        <p:spPr>
          <a:xfrm flipH="1">
            <a:off x="4261488" y="5146182"/>
            <a:ext cx="317428" cy="6570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21">
            <a:extLst>
              <a:ext uri="{FF2B5EF4-FFF2-40B4-BE49-F238E27FC236}">
                <a16:creationId xmlns:a16="http://schemas.microsoft.com/office/drawing/2014/main" id="{8BDA875E-1FB9-4747-B57A-91281F6078A5}"/>
              </a:ext>
            </a:extLst>
          </p:cNvPr>
          <p:cNvSpPr txBox="1"/>
          <p:nvPr/>
        </p:nvSpPr>
        <p:spPr>
          <a:xfrm>
            <a:off x="4377832" y="531805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0</a:t>
            </a:r>
          </a:p>
        </p:txBody>
      </p:sp>
      <p:cxnSp>
        <p:nvCxnSpPr>
          <p:cNvPr id="57" name="Straight Arrow Connector 34">
            <a:extLst>
              <a:ext uri="{FF2B5EF4-FFF2-40B4-BE49-F238E27FC236}">
                <a16:creationId xmlns:a16="http://schemas.microsoft.com/office/drawing/2014/main" id="{A05FBE99-3976-463F-9C5F-38CE9940EED1}"/>
              </a:ext>
            </a:extLst>
          </p:cNvPr>
          <p:cNvCxnSpPr>
            <a:cxnSpLocks/>
            <a:stCxn id="54" idx="5"/>
          </p:cNvCxnSpPr>
          <p:nvPr/>
        </p:nvCxnSpPr>
        <p:spPr>
          <a:xfrm>
            <a:off x="4939286" y="5146182"/>
            <a:ext cx="258543" cy="6532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TextBox 35">
            <a:extLst>
              <a:ext uri="{FF2B5EF4-FFF2-40B4-BE49-F238E27FC236}">
                <a16:creationId xmlns:a16="http://schemas.microsoft.com/office/drawing/2014/main" id="{7627447B-F346-4499-9707-B46F5D524659}"/>
              </a:ext>
            </a:extLst>
          </p:cNvPr>
          <p:cNvSpPr txBox="1"/>
          <p:nvPr/>
        </p:nvSpPr>
        <p:spPr>
          <a:xfrm>
            <a:off x="5133932" y="53352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1</a:t>
            </a:r>
          </a:p>
        </p:txBody>
      </p:sp>
      <p:graphicFrame>
        <p:nvGraphicFramePr>
          <p:cNvPr id="60" name="Content Placeholder 27">
            <a:extLst>
              <a:ext uri="{FF2B5EF4-FFF2-40B4-BE49-F238E27FC236}">
                <a16:creationId xmlns:a16="http://schemas.microsoft.com/office/drawing/2014/main" id="{7CF03FDC-3432-48B0-AA5C-8BFF7CBF44EF}"/>
              </a:ext>
            </a:extLst>
          </p:cNvPr>
          <p:cNvGraphicFramePr>
            <a:graphicFrameLocks/>
          </p:cNvGraphicFramePr>
          <p:nvPr/>
        </p:nvGraphicFramePr>
        <p:xfrm>
          <a:off x="3616513" y="5756847"/>
          <a:ext cx="426576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8199886"/>
                    </a:ext>
                  </a:extLst>
                </a:gridCol>
                <a:gridCol w="218296">
                  <a:extLst>
                    <a:ext uri="{9D8B030D-6E8A-4147-A177-3AD203B41FA5}">
                      <a16:colId xmlns:a16="http://schemas.microsoft.com/office/drawing/2014/main" val="175143875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2" name="Oval 9">
                <a:extLst>
                  <a:ext uri="{FF2B5EF4-FFF2-40B4-BE49-F238E27FC236}">
                    <a16:creationId xmlns:a16="http://schemas.microsoft.com/office/drawing/2014/main" id="{9446164C-16BE-4714-8627-BD4D592A398E}"/>
                  </a:ext>
                </a:extLst>
              </p:cNvPr>
              <p:cNvSpPr/>
              <p:nvPr/>
            </p:nvSpPr>
            <p:spPr>
              <a:xfrm>
                <a:off x="5851329" y="4687558"/>
                <a:ext cx="520700" cy="5207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HK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HK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HK" dirty="0"/>
              </a:p>
            </p:txBody>
          </p:sp>
        </mc:Choice>
        <mc:Fallback xmlns="">
          <p:sp>
            <p:nvSpPr>
              <p:cNvPr id="62" name="Oval 9">
                <a:extLst>
                  <a:ext uri="{FF2B5EF4-FFF2-40B4-BE49-F238E27FC236}">
                    <a16:creationId xmlns:a16="http://schemas.microsoft.com/office/drawing/2014/main" id="{9446164C-16BE-4714-8627-BD4D592A3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1329" y="4687558"/>
                <a:ext cx="520700" cy="5207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Arrow Connector 20">
            <a:extLst>
              <a:ext uri="{FF2B5EF4-FFF2-40B4-BE49-F238E27FC236}">
                <a16:creationId xmlns:a16="http://schemas.microsoft.com/office/drawing/2014/main" id="{AD66E1D6-B6AE-40F8-993B-47C554591188}"/>
              </a:ext>
            </a:extLst>
          </p:cNvPr>
          <p:cNvCxnSpPr>
            <a:cxnSpLocks/>
          </p:cNvCxnSpPr>
          <p:nvPr/>
        </p:nvCxnSpPr>
        <p:spPr>
          <a:xfrm flipH="1">
            <a:off x="5617976" y="5132003"/>
            <a:ext cx="317428" cy="6570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TextBox 21">
            <a:extLst>
              <a:ext uri="{FF2B5EF4-FFF2-40B4-BE49-F238E27FC236}">
                <a16:creationId xmlns:a16="http://schemas.microsoft.com/office/drawing/2014/main" id="{17F2665E-AE8F-40FE-B6FF-DDE6FAE83077}"/>
              </a:ext>
            </a:extLst>
          </p:cNvPr>
          <p:cNvSpPr txBox="1"/>
          <p:nvPr/>
        </p:nvSpPr>
        <p:spPr>
          <a:xfrm>
            <a:off x="5734320" y="530387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0</a:t>
            </a:r>
          </a:p>
        </p:txBody>
      </p:sp>
      <p:cxnSp>
        <p:nvCxnSpPr>
          <p:cNvPr id="65" name="Straight Arrow Connector 34">
            <a:extLst>
              <a:ext uri="{FF2B5EF4-FFF2-40B4-BE49-F238E27FC236}">
                <a16:creationId xmlns:a16="http://schemas.microsoft.com/office/drawing/2014/main" id="{FB75A895-2CAA-4439-9B55-193AA9BFA6B9}"/>
              </a:ext>
            </a:extLst>
          </p:cNvPr>
          <p:cNvCxnSpPr>
            <a:cxnSpLocks/>
            <a:stCxn id="62" idx="5"/>
          </p:cNvCxnSpPr>
          <p:nvPr/>
        </p:nvCxnSpPr>
        <p:spPr>
          <a:xfrm>
            <a:off x="6295774" y="5132003"/>
            <a:ext cx="258543" cy="6532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35">
            <a:extLst>
              <a:ext uri="{FF2B5EF4-FFF2-40B4-BE49-F238E27FC236}">
                <a16:creationId xmlns:a16="http://schemas.microsoft.com/office/drawing/2014/main" id="{449183FA-352B-49C0-9530-080264BFE8C2}"/>
              </a:ext>
            </a:extLst>
          </p:cNvPr>
          <p:cNvSpPr txBox="1"/>
          <p:nvPr/>
        </p:nvSpPr>
        <p:spPr>
          <a:xfrm>
            <a:off x="6490420" y="532111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/>
              <a:t>1</a:t>
            </a:r>
          </a:p>
        </p:txBody>
      </p:sp>
      <p:graphicFrame>
        <p:nvGraphicFramePr>
          <p:cNvPr id="68" name="Content Placeholder 27">
            <a:extLst>
              <a:ext uri="{FF2B5EF4-FFF2-40B4-BE49-F238E27FC236}">
                <a16:creationId xmlns:a16="http://schemas.microsoft.com/office/drawing/2014/main" id="{4A030E6E-CD04-4D45-93DB-72F3DCDF51E7}"/>
              </a:ext>
            </a:extLst>
          </p:cNvPr>
          <p:cNvGraphicFramePr>
            <a:graphicFrameLocks/>
          </p:cNvGraphicFramePr>
          <p:nvPr/>
        </p:nvGraphicFramePr>
        <p:xfrm>
          <a:off x="6800371" y="5742668"/>
          <a:ext cx="426576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8199886"/>
                    </a:ext>
                  </a:extLst>
                </a:gridCol>
                <a:gridCol w="218296">
                  <a:extLst>
                    <a:ext uri="{9D8B030D-6E8A-4147-A177-3AD203B41FA5}">
                      <a16:colId xmlns:a16="http://schemas.microsoft.com/office/drawing/2014/main" val="175143875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p:graphicFrame>
        <p:nvGraphicFramePr>
          <p:cNvPr id="69" name="Content Placeholder 27">
            <a:extLst>
              <a:ext uri="{FF2B5EF4-FFF2-40B4-BE49-F238E27FC236}">
                <a16:creationId xmlns:a16="http://schemas.microsoft.com/office/drawing/2014/main" id="{224B7F0E-86A5-4A4F-BDF6-CE47BC67AAC4}"/>
              </a:ext>
            </a:extLst>
          </p:cNvPr>
          <p:cNvGraphicFramePr>
            <a:graphicFrameLocks/>
          </p:cNvGraphicFramePr>
          <p:nvPr/>
        </p:nvGraphicFramePr>
        <p:xfrm>
          <a:off x="4535366" y="5750333"/>
          <a:ext cx="426576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8199886"/>
                    </a:ext>
                  </a:extLst>
                </a:gridCol>
                <a:gridCol w="218296">
                  <a:extLst>
                    <a:ext uri="{9D8B030D-6E8A-4147-A177-3AD203B41FA5}">
                      <a16:colId xmlns:a16="http://schemas.microsoft.com/office/drawing/2014/main" val="175143875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p:graphicFrame>
        <p:nvGraphicFramePr>
          <p:cNvPr id="70" name="Content Placeholder 27">
            <a:extLst>
              <a:ext uri="{FF2B5EF4-FFF2-40B4-BE49-F238E27FC236}">
                <a16:creationId xmlns:a16="http://schemas.microsoft.com/office/drawing/2014/main" id="{4026A03A-1AFA-45A1-B4C8-1305FD617588}"/>
              </a:ext>
            </a:extLst>
          </p:cNvPr>
          <p:cNvGraphicFramePr>
            <a:graphicFrameLocks/>
          </p:cNvGraphicFramePr>
          <p:nvPr/>
        </p:nvGraphicFramePr>
        <p:xfrm>
          <a:off x="5886784" y="5745001"/>
          <a:ext cx="426576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98199886"/>
                    </a:ext>
                  </a:extLst>
                </a:gridCol>
                <a:gridCol w="218296">
                  <a:extLst>
                    <a:ext uri="{9D8B030D-6E8A-4147-A177-3AD203B41FA5}">
                      <a16:colId xmlns:a16="http://schemas.microsoft.com/office/drawing/2014/main" val="175143875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5025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r>
                        <a:rPr lang="en-HK" sz="120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7558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00B12D5B-274D-4224-90E1-E1013E3F2579}"/>
                  </a:ext>
                </a:extLst>
              </p:cNvPr>
              <p:cNvSpPr/>
              <p:nvPr/>
            </p:nvSpPr>
            <p:spPr>
              <a:xfrm>
                <a:off x="8434449" y="5680435"/>
                <a:ext cx="23936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Error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rate</m:t>
                      </m:r>
                      <m:r>
                        <a:rPr lang="en-HK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HK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_________</m:t>
                      </m:r>
                    </m:oMath>
                  </m:oMathPara>
                </a14:m>
                <a:endParaRPr lang="en-HK"/>
              </a:p>
            </p:txBody>
          </p:sp>
        </mc:Choice>
        <mc:Fallback xmlns=""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00B12D5B-274D-4224-90E1-E1013E3F25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4449" y="5680435"/>
                <a:ext cx="239360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23">
                <a:extLst>
                  <a:ext uri="{FF2B5EF4-FFF2-40B4-BE49-F238E27FC236}">
                    <a16:creationId xmlns:a16="http://schemas.microsoft.com/office/drawing/2014/main" id="{EF950775-B16F-42DB-8104-171229E0396D}"/>
                  </a:ext>
                </a:extLst>
              </p:cNvPr>
              <p:cNvSpPr/>
              <p:nvPr/>
            </p:nvSpPr>
            <p:spPr>
              <a:xfrm>
                <a:off x="4065761" y="2797184"/>
                <a:ext cx="429824" cy="44840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HK"/>
              </a:p>
            </p:txBody>
          </p:sp>
        </mc:Choice>
        <mc:Fallback xmlns="">
          <p:sp>
            <p:nvSpPr>
              <p:cNvPr id="53" name="Rectangle 23">
                <a:extLst>
                  <a:ext uri="{FF2B5EF4-FFF2-40B4-BE49-F238E27FC236}">
                    <a16:creationId xmlns:a16="http://schemas.microsoft.com/office/drawing/2014/main" id="{EF950775-B16F-42DB-8104-171229E039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5761" y="2797184"/>
                <a:ext cx="429824" cy="44840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38">
                <a:extLst>
                  <a:ext uri="{FF2B5EF4-FFF2-40B4-BE49-F238E27FC236}">
                    <a16:creationId xmlns:a16="http://schemas.microsoft.com/office/drawing/2014/main" id="{A6811A03-5C22-48F5-82F5-26C31D834DE7}"/>
                  </a:ext>
                </a:extLst>
              </p:cNvPr>
              <p:cNvSpPr/>
              <p:nvPr/>
            </p:nvSpPr>
            <p:spPr>
              <a:xfrm>
                <a:off x="4975196" y="2797183"/>
                <a:ext cx="426680" cy="45580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HK"/>
              </a:p>
            </p:txBody>
          </p:sp>
        </mc:Choice>
        <mc:Fallback xmlns="">
          <p:sp>
            <p:nvSpPr>
              <p:cNvPr id="59" name="Rectangle 38">
                <a:extLst>
                  <a:ext uri="{FF2B5EF4-FFF2-40B4-BE49-F238E27FC236}">
                    <a16:creationId xmlns:a16="http://schemas.microsoft.com/office/drawing/2014/main" id="{A6811A03-5C22-48F5-82F5-26C31D834D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5196" y="2797183"/>
                <a:ext cx="426680" cy="45580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23">
                <a:extLst>
                  <a:ext uri="{FF2B5EF4-FFF2-40B4-BE49-F238E27FC236}">
                    <a16:creationId xmlns:a16="http://schemas.microsoft.com/office/drawing/2014/main" id="{11C5B177-750A-49C7-B6A3-7561735873C4}"/>
                  </a:ext>
                </a:extLst>
              </p:cNvPr>
              <p:cNvSpPr/>
              <p:nvPr/>
            </p:nvSpPr>
            <p:spPr>
              <a:xfrm>
                <a:off x="5458794" y="2797184"/>
                <a:ext cx="429824" cy="44840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HK"/>
              </a:p>
            </p:txBody>
          </p:sp>
        </mc:Choice>
        <mc:Fallback xmlns="">
          <p:sp>
            <p:nvSpPr>
              <p:cNvPr id="61" name="Rectangle 23">
                <a:extLst>
                  <a:ext uri="{FF2B5EF4-FFF2-40B4-BE49-F238E27FC236}">
                    <a16:creationId xmlns:a16="http://schemas.microsoft.com/office/drawing/2014/main" id="{11C5B177-750A-49C7-B6A3-7561735873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794" y="2797184"/>
                <a:ext cx="429824" cy="44840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38">
                <a:extLst>
                  <a:ext uri="{FF2B5EF4-FFF2-40B4-BE49-F238E27FC236}">
                    <a16:creationId xmlns:a16="http://schemas.microsoft.com/office/drawing/2014/main" id="{F1C30472-BA08-4D88-8DD5-4D8762DBD6E2}"/>
                  </a:ext>
                </a:extLst>
              </p:cNvPr>
              <p:cNvSpPr/>
              <p:nvPr/>
            </p:nvSpPr>
            <p:spPr>
              <a:xfrm>
                <a:off x="6372029" y="2797183"/>
                <a:ext cx="426680" cy="45580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HK"/>
              </a:p>
            </p:txBody>
          </p:sp>
        </mc:Choice>
        <mc:Fallback xmlns="">
          <p:sp>
            <p:nvSpPr>
              <p:cNvPr id="67" name="Rectangle 38">
                <a:extLst>
                  <a:ext uri="{FF2B5EF4-FFF2-40B4-BE49-F238E27FC236}">
                    <a16:creationId xmlns:a16="http://schemas.microsoft.com/office/drawing/2014/main" id="{F1C30472-BA08-4D88-8DD5-4D8762DBD6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029" y="2797183"/>
                <a:ext cx="426680" cy="45580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23">
                <a:extLst>
                  <a:ext uri="{FF2B5EF4-FFF2-40B4-BE49-F238E27FC236}">
                    <a16:creationId xmlns:a16="http://schemas.microsoft.com/office/drawing/2014/main" id="{73092841-BFBC-4B4B-9012-7205044E0B41}"/>
                  </a:ext>
                </a:extLst>
              </p:cNvPr>
              <p:cNvSpPr/>
              <p:nvPr/>
            </p:nvSpPr>
            <p:spPr>
              <a:xfrm>
                <a:off x="4062112" y="5814704"/>
                <a:ext cx="429824" cy="44840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HK"/>
              </a:p>
            </p:txBody>
          </p:sp>
        </mc:Choice>
        <mc:Fallback xmlns="">
          <p:sp>
            <p:nvSpPr>
              <p:cNvPr id="71" name="Rectangle 23">
                <a:extLst>
                  <a:ext uri="{FF2B5EF4-FFF2-40B4-BE49-F238E27FC236}">
                    <a16:creationId xmlns:a16="http://schemas.microsoft.com/office/drawing/2014/main" id="{73092841-BFBC-4B4B-9012-7205044E0B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112" y="5814704"/>
                <a:ext cx="429824" cy="44840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38">
                <a:extLst>
                  <a:ext uri="{FF2B5EF4-FFF2-40B4-BE49-F238E27FC236}">
                    <a16:creationId xmlns:a16="http://schemas.microsoft.com/office/drawing/2014/main" id="{BE7B299B-2963-4D10-9387-8A09FA21F7B1}"/>
                  </a:ext>
                </a:extLst>
              </p:cNvPr>
              <p:cNvSpPr/>
              <p:nvPr/>
            </p:nvSpPr>
            <p:spPr>
              <a:xfrm>
                <a:off x="4971547" y="5814703"/>
                <a:ext cx="426680" cy="45580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HK"/>
              </a:p>
            </p:txBody>
          </p:sp>
        </mc:Choice>
        <mc:Fallback xmlns="">
          <p:sp>
            <p:nvSpPr>
              <p:cNvPr id="72" name="Rectangle 38">
                <a:extLst>
                  <a:ext uri="{FF2B5EF4-FFF2-40B4-BE49-F238E27FC236}">
                    <a16:creationId xmlns:a16="http://schemas.microsoft.com/office/drawing/2014/main" id="{BE7B299B-2963-4D10-9387-8A09FA21F7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547" y="5814703"/>
                <a:ext cx="426680" cy="45580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23">
                <a:extLst>
                  <a:ext uri="{FF2B5EF4-FFF2-40B4-BE49-F238E27FC236}">
                    <a16:creationId xmlns:a16="http://schemas.microsoft.com/office/drawing/2014/main" id="{5046F6F6-C182-48E3-9C89-2D7B40CA5E0C}"/>
                  </a:ext>
                </a:extLst>
              </p:cNvPr>
              <p:cNvSpPr/>
              <p:nvPr/>
            </p:nvSpPr>
            <p:spPr>
              <a:xfrm>
                <a:off x="5455145" y="5814704"/>
                <a:ext cx="429824" cy="44840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HK"/>
              </a:p>
            </p:txBody>
          </p:sp>
        </mc:Choice>
        <mc:Fallback xmlns="">
          <p:sp>
            <p:nvSpPr>
              <p:cNvPr id="73" name="Rectangle 23">
                <a:extLst>
                  <a:ext uri="{FF2B5EF4-FFF2-40B4-BE49-F238E27FC236}">
                    <a16:creationId xmlns:a16="http://schemas.microsoft.com/office/drawing/2014/main" id="{5046F6F6-C182-48E3-9C89-2D7B40CA5E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5145" y="5814704"/>
                <a:ext cx="429824" cy="44840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38">
                <a:extLst>
                  <a:ext uri="{FF2B5EF4-FFF2-40B4-BE49-F238E27FC236}">
                    <a16:creationId xmlns:a16="http://schemas.microsoft.com/office/drawing/2014/main" id="{2ED799DF-9540-42D9-9C3B-53EF953E8AD6}"/>
                  </a:ext>
                </a:extLst>
              </p:cNvPr>
              <p:cNvSpPr/>
              <p:nvPr/>
            </p:nvSpPr>
            <p:spPr>
              <a:xfrm>
                <a:off x="6368380" y="5814703"/>
                <a:ext cx="426680" cy="45580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HK"/>
              </a:p>
            </p:txBody>
          </p:sp>
        </mc:Choice>
        <mc:Fallback xmlns="">
          <p:sp>
            <p:nvSpPr>
              <p:cNvPr id="75" name="Rectangle 38">
                <a:extLst>
                  <a:ext uri="{FF2B5EF4-FFF2-40B4-BE49-F238E27FC236}">
                    <a16:creationId xmlns:a16="http://schemas.microsoft.com/office/drawing/2014/main" id="{2ED799DF-9540-42D9-9C3B-53EF953E8A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380" y="5814703"/>
                <a:ext cx="426680" cy="45580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tangle 4">
                <a:extLst>
                  <a:ext uri="{FF2B5EF4-FFF2-40B4-BE49-F238E27FC236}">
                    <a16:creationId xmlns:a16="http://schemas.microsoft.com/office/drawing/2014/main" id="{B4E0F50C-1861-4F2A-AAAA-5845C0C6B089}"/>
                  </a:ext>
                </a:extLst>
              </p:cNvPr>
              <p:cNvSpPr/>
              <p:nvPr/>
            </p:nvSpPr>
            <p:spPr>
              <a:xfrm>
                <a:off x="1231491" y="1752969"/>
                <a:ext cx="3348379" cy="2862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HK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HK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HK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HK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HK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HK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HK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HK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HK" i="0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endParaRPr lang="en-HK" dirty="0"/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 dirty="0"/>
                  <a:t>1.	0	0	0	0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 dirty="0"/>
                  <a:t>2.	0	0	0	0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 dirty="0"/>
                  <a:t>3.	0	0	1	1</a:t>
                </a:r>
              </a:p>
              <a:p>
                <a:pPr marL="342900" indent="-342900">
                  <a:buAutoNum type="arabicPeriod" startAt="4"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 dirty="0"/>
                  <a:t>	1	0	1	1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 dirty="0"/>
                  <a:t>5.	0	1	0	2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 dirty="0"/>
                  <a:t>6.	1	1	0	2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 dirty="0"/>
                  <a:t>7.	1	1	1	3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 dirty="0"/>
                  <a:t>8.	1	1	1	3</a:t>
                </a:r>
              </a:p>
              <a:p>
                <a:pPr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endParaRPr lang="en-HK" dirty="0"/>
              </a:p>
            </p:txBody>
          </p:sp>
        </mc:Choice>
        <mc:Fallback xmlns="">
          <p:sp>
            <p:nvSpPr>
              <p:cNvPr id="76" name="Rectangle 4">
                <a:extLst>
                  <a:ext uri="{FF2B5EF4-FFF2-40B4-BE49-F238E27FC236}">
                    <a16:creationId xmlns:a16="http://schemas.microsoft.com/office/drawing/2014/main" id="{B4E0F50C-1861-4F2A-AAAA-5845C0C6B0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491" y="1752969"/>
                <a:ext cx="3348379" cy="2862322"/>
              </a:xfrm>
              <a:prstGeom prst="rect">
                <a:avLst/>
              </a:prstGeom>
              <a:blipFill>
                <a:blip r:embed="rId16"/>
                <a:stretch>
                  <a:fillRect l="-1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152DA7-6380-4627-8B44-1C1C34E6F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006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Start_202002171307123465_2266ac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6756DA-D700-4413-AB49-89C443A35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Issue of greedy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HighlightTextShape201801081809035163">
                <a:extLst>
                  <a:ext uri="{FF2B5EF4-FFF2-40B4-BE49-F238E27FC236}">
                    <a16:creationId xmlns:a16="http://schemas.microsoft.com/office/drawing/2014/main" id="{F7881F49-7CBF-4A55-8746-3B96DCD2AF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31490" y="1659835"/>
                <a:ext cx="10273122" cy="4674290"/>
              </a:xfrm>
            </p:spPr>
            <p:txBody>
              <a:bodyPr>
                <a:normAutofit/>
              </a:bodyPr>
              <a:lstStyle/>
              <a:p>
                <a:r>
                  <a:rPr lang="en-HK" sz="2000" b="1" dirty="0"/>
                  <a:t>Locally optimal </a:t>
                </a:r>
                <a:r>
                  <a:rPr lang="en-HK" sz="2000" dirty="0"/>
                  <a:t>split may not be </a:t>
                </a:r>
                <a:r>
                  <a:rPr lang="en-HK" sz="2000" b="1" dirty="0"/>
                  <a:t>g_______________ optimal</a:t>
                </a:r>
                <a:r>
                  <a:rPr lang="en-HK" sz="2000" dirty="0"/>
                  <a:t>.</a:t>
                </a:r>
              </a:p>
              <a:p>
                <a:endParaRPr lang="en-HK" sz="2000" dirty="0"/>
              </a:p>
              <a:p>
                <a:endParaRPr lang="en-HK" sz="2000" dirty="0"/>
              </a:p>
              <a:p>
                <a:endParaRPr lang="en-HK" sz="2000" dirty="0"/>
              </a:p>
              <a:p>
                <a:endParaRPr lang="en-HK" sz="2000" dirty="0"/>
              </a:p>
              <a:p>
                <a:endParaRPr lang="en-HK" sz="2000" dirty="0"/>
              </a:p>
              <a:p>
                <a:endParaRPr lang="en-HK" sz="2000" dirty="0"/>
              </a:p>
              <a:p>
                <a:endParaRPr lang="en-HK" sz="2000" dirty="0"/>
              </a:p>
              <a:p>
                <a:r>
                  <a:rPr lang="en-HK" sz="2000" dirty="0"/>
                  <a:t>Why splitting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HK" sz="20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HK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HK" sz="2000" dirty="0"/>
                  <a:t> is not good?</a:t>
                </a:r>
                <a:r>
                  <a:rPr lang="en-HK" sz="2400" dirty="0"/>
                  <a:t> </a:t>
                </a:r>
                <a:r>
                  <a:rPr lang="en-HK" sz="2000" dirty="0"/>
                  <a:t>Child nodes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HK" sz="20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HK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HK" sz="2000" dirty="0"/>
                  <a:t> are </a:t>
                </a:r>
                <a:r>
                  <a:rPr lang="en-HK" sz="2000" b="1" dirty="0"/>
                  <a:t>less p________</a:t>
                </a:r>
                <a:r>
                  <a:rPr lang="en-HK" sz="2000" dirty="0"/>
                  <a:t>.</a:t>
                </a:r>
              </a:p>
              <a:p>
                <a:r>
                  <a:rPr lang="en-HK" sz="2000" dirty="0"/>
                  <a:t>Why misclassification rate fails? </a:t>
                </a:r>
                <a:br>
                  <a:rPr lang="en-HK" sz="2000" dirty="0"/>
                </a:br>
                <a:r>
                  <a:rPr lang="en-HK" sz="2000" dirty="0"/>
                  <a:t>It neglects the </a:t>
                </a:r>
                <a:r>
                  <a:rPr lang="en-HK" sz="2000" b="1" dirty="0"/>
                  <a:t>distribution of the class values of m__________________ instances</a:t>
                </a:r>
                <a:r>
                  <a:rPr lang="en-HK" sz="2000" dirty="0"/>
                  <a:t>.</a:t>
                </a:r>
              </a:p>
            </p:txBody>
          </p:sp>
        </mc:Choice>
        <mc:Fallback xmlns="">
          <p:sp>
            <p:nvSpPr>
              <p:cNvPr id="4" name="HighlightTextShape201801081809035163">
                <a:extLst>
                  <a:ext uri="{FF2B5EF4-FFF2-40B4-BE49-F238E27FC236}">
                    <a16:creationId xmlns:a16="http://schemas.microsoft.com/office/drawing/2014/main" id="{F7881F49-7CBF-4A55-8746-3B96DCD2AF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31490" y="1659835"/>
                <a:ext cx="10273122" cy="4674290"/>
              </a:xfrm>
              <a:blipFill>
                <a:blip r:embed="rId2"/>
                <a:stretch>
                  <a:fillRect l="-494" t="-542" b="-16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B059AC-AD51-4BAA-AA58-803F1DFCA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29092EE-DA2C-4C0D-8A01-6671D60B6A02}"/>
              </a:ext>
            </a:extLst>
          </p:cNvPr>
          <p:cNvGrpSpPr/>
          <p:nvPr/>
        </p:nvGrpSpPr>
        <p:grpSpPr>
          <a:xfrm>
            <a:off x="1717153" y="2260739"/>
            <a:ext cx="4025697" cy="2692262"/>
            <a:chOff x="2040959" y="3429000"/>
            <a:chExt cx="4025697" cy="2692262"/>
          </a:xfrm>
        </p:grpSpPr>
        <p:grpSp>
          <p:nvGrpSpPr>
            <p:cNvPr id="5" name="Group 1">
              <a:extLst>
                <a:ext uri="{FF2B5EF4-FFF2-40B4-BE49-F238E27FC236}">
                  <a16:creationId xmlns:a16="http://schemas.microsoft.com/office/drawing/2014/main" id="{F6D3DA64-A1EF-48F4-949B-DB34794BCD4D}"/>
                </a:ext>
              </a:extLst>
            </p:cNvPr>
            <p:cNvGrpSpPr/>
            <p:nvPr/>
          </p:nvGrpSpPr>
          <p:grpSpPr>
            <a:xfrm>
              <a:off x="3517558" y="3429000"/>
              <a:ext cx="1185350" cy="1101528"/>
              <a:chOff x="4453359" y="1693306"/>
              <a:chExt cx="1185350" cy="110152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Oval 9">
                    <a:extLst>
                      <a:ext uri="{FF2B5EF4-FFF2-40B4-BE49-F238E27FC236}">
                        <a16:creationId xmlns:a16="http://schemas.microsoft.com/office/drawing/2014/main" id="{FA0220AF-C4C9-4A22-B0B3-CCE584DFF2D7}"/>
                      </a:ext>
                    </a:extLst>
                  </p:cNvPr>
                  <p:cNvSpPr/>
                  <p:nvPr/>
                </p:nvSpPr>
                <p:spPr>
                  <a:xfrm>
                    <a:off x="4686712" y="1693306"/>
                    <a:ext cx="520700" cy="520700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HK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HK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HK" dirty="0"/>
                  </a:p>
                </p:txBody>
              </p:sp>
            </mc:Choice>
            <mc:Fallback xmlns="">
              <p:sp>
                <p:nvSpPr>
                  <p:cNvPr id="6" name="Oval 9">
                    <a:extLst>
                      <a:ext uri="{FF2B5EF4-FFF2-40B4-BE49-F238E27FC236}">
                        <a16:creationId xmlns:a16="http://schemas.microsoft.com/office/drawing/2014/main" id="{FA0220AF-C4C9-4A22-B0B3-CCE584DFF2D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86712" y="1693306"/>
                    <a:ext cx="520700" cy="520700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" name="Straight Arrow Connector 20">
                <a:extLst>
                  <a:ext uri="{FF2B5EF4-FFF2-40B4-BE49-F238E27FC236}">
                    <a16:creationId xmlns:a16="http://schemas.microsoft.com/office/drawing/2014/main" id="{04FF5105-5B19-4554-BCEB-3E2A2B7845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53359" y="2137751"/>
                <a:ext cx="317428" cy="6570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" name="TextBox 21">
                <a:extLst>
                  <a:ext uri="{FF2B5EF4-FFF2-40B4-BE49-F238E27FC236}">
                    <a16:creationId xmlns:a16="http://schemas.microsoft.com/office/drawing/2014/main" id="{2A60620F-67C4-4073-84C9-F53F7F7853F8}"/>
                  </a:ext>
                </a:extLst>
              </p:cNvPr>
              <p:cNvSpPr txBox="1"/>
              <p:nvPr/>
            </p:nvSpPr>
            <p:spPr>
              <a:xfrm>
                <a:off x="4569703" y="2309619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/>
                  <a:t>0</a:t>
                </a:r>
              </a:p>
            </p:txBody>
          </p:sp>
          <p:cxnSp>
            <p:nvCxnSpPr>
              <p:cNvPr id="9" name="Straight Arrow Connector 34">
                <a:extLst>
                  <a:ext uri="{FF2B5EF4-FFF2-40B4-BE49-F238E27FC236}">
                    <a16:creationId xmlns:a16="http://schemas.microsoft.com/office/drawing/2014/main" id="{750F01CF-D8CF-4348-AF60-A945CEF58971}"/>
                  </a:ext>
                </a:extLst>
              </p:cNvPr>
              <p:cNvCxnSpPr>
                <a:cxnSpLocks/>
                <a:stCxn id="6" idx="5"/>
              </p:cNvCxnSpPr>
              <p:nvPr/>
            </p:nvCxnSpPr>
            <p:spPr>
              <a:xfrm>
                <a:off x="5131157" y="2137751"/>
                <a:ext cx="366854" cy="6570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TextBox 35">
                <a:extLst>
                  <a:ext uri="{FF2B5EF4-FFF2-40B4-BE49-F238E27FC236}">
                    <a16:creationId xmlns:a16="http://schemas.microsoft.com/office/drawing/2014/main" id="{C776C035-1CA9-4BE9-A8B0-04496D47BE6F}"/>
                  </a:ext>
                </a:extLst>
              </p:cNvPr>
              <p:cNvSpPr txBox="1"/>
              <p:nvPr/>
            </p:nvSpPr>
            <p:spPr>
              <a:xfrm>
                <a:off x="5325803" y="2326862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/>
                  <a:t>1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1" name="Content Placeholder 27">
                  <a:extLst>
                    <a:ext uri="{FF2B5EF4-FFF2-40B4-BE49-F238E27FC236}">
                      <a16:creationId xmlns:a16="http://schemas.microsoft.com/office/drawing/2014/main" id="{C67C29E7-7EC7-462A-895B-8199C5AA9DE9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420904167"/>
                    </p:ext>
                  </p:extLst>
                </p:nvPr>
              </p:nvGraphicFramePr>
              <p:xfrm>
                <a:off x="5024309" y="4500464"/>
                <a:ext cx="8920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4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6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7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8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11" name="Content Placeholder 27">
                  <a:extLst>
                    <a:ext uri="{FF2B5EF4-FFF2-40B4-BE49-F238E27FC236}">
                      <a16:creationId xmlns:a16="http://schemas.microsoft.com/office/drawing/2014/main" id="{C67C29E7-7EC7-462A-895B-8199C5AA9DE9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420904167"/>
                    </p:ext>
                  </p:extLst>
                </p:nvPr>
              </p:nvGraphicFramePr>
              <p:xfrm>
                <a:off x="5024309" y="4500464"/>
                <a:ext cx="8920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4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6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7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8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2" name="Content Placeholder 27">
                  <a:extLst>
                    <a:ext uri="{FF2B5EF4-FFF2-40B4-BE49-F238E27FC236}">
                      <a16:creationId xmlns:a16="http://schemas.microsoft.com/office/drawing/2014/main" id="{EC0588E3-8931-46F7-A90F-9DCAAE233E3E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846964511"/>
                    </p:ext>
                  </p:extLst>
                </p:nvPr>
              </p:nvGraphicFramePr>
              <p:xfrm>
                <a:off x="2229810" y="4500464"/>
                <a:ext cx="8920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5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12" name="Content Placeholder 27">
                  <a:extLst>
                    <a:ext uri="{FF2B5EF4-FFF2-40B4-BE49-F238E27FC236}">
                      <a16:creationId xmlns:a16="http://schemas.microsoft.com/office/drawing/2014/main" id="{EC0588E3-8931-46F7-A90F-9DCAAE233E3E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846964511"/>
                    </p:ext>
                  </p:extLst>
                </p:nvPr>
              </p:nvGraphicFramePr>
              <p:xfrm>
                <a:off x="2229810" y="4500464"/>
                <a:ext cx="8920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5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val 9">
                  <a:extLst>
                    <a:ext uri="{FF2B5EF4-FFF2-40B4-BE49-F238E27FC236}">
                      <a16:creationId xmlns:a16="http://schemas.microsoft.com/office/drawing/2014/main" id="{2A8739BF-CED5-484C-80C8-8ED56E9A88FD}"/>
                    </a:ext>
                  </a:extLst>
                </p:cNvPr>
                <p:cNvSpPr/>
                <p:nvPr/>
              </p:nvSpPr>
              <p:spPr>
                <a:xfrm>
                  <a:off x="3131774" y="4496176"/>
                  <a:ext cx="520700" cy="5207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HK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HK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HK" dirty="0"/>
                </a:p>
              </p:txBody>
            </p:sp>
          </mc:Choice>
          <mc:Fallback xmlns="">
            <p:sp>
              <p:nvSpPr>
                <p:cNvPr id="13" name="Oval 9">
                  <a:extLst>
                    <a:ext uri="{FF2B5EF4-FFF2-40B4-BE49-F238E27FC236}">
                      <a16:creationId xmlns:a16="http://schemas.microsoft.com/office/drawing/2014/main" id="{2A8739BF-CED5-484C-80C8-8ED56E9A88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1774" y="4496176"/>
                  <a:ext cx="520700" cy="52070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20">
              <a:extLst>
                <a:ext uri="{FF2B5EF4-FFF2-40B4-BE49-F238E27FC236}">
                  <a16:creationId xmlns:a16="http://schemas.microsoft.com/office/drawing/2014/main" id="{2E610F1C-8BA2-48D6-B8D8-A2BDB49162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98421" y="4940621"/>
              <a:ext cx="317428" cy="6570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21">
              <a:extLst>
                <a:ext uri="{FF2B5EF4-FFF2-40B4-BE49-F238E27FC236}">
                  <a16:creationId xmlns:a16="http://schemas.microsoft.com/office/drawing/2014/main" id="{537463BB-BE7B-43DA-B56A-760690C8404B}"/>
                </a:ext>
              </a:extLst>
            </p:cNvPr>
            <p:cNvSpPr txBox="1"/>
            <p:nvPr/>
          </p:nvSpPr>
          <p:spPr>
            <a:xfrm>
              <a:off x="3014765" y="511248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0</a:t>
              </a:r>
            </a:p>
          </p:txBody>
        </p:sp>
        <p:cxnSp>
          <p:nvCxnSpPr>
            <p:cNvPr id="16" name="Straight Arrow Connector 34">
              <a:extLst>
                <a:ext uri="{FF2B5EF4-FFF2-40B4-BE49-F238E27FC236}">
                  <a16:creationId xmlns:a16="http://schemas.microsoft.com/office/drawing/2014/main" id="{F035218D-2CAF-4CB0-BAAB-3FCC19057D0D}"/>
                </a:ext>
              </a:extLst>
            </p:cNvPr>
            <p:cNvCxnSpPr>
              <a:cxnSpLocks/>
              <a:stCxn id="13" idx="5"/>
            </p:cNvCxnSpPr>
            <p:nvPr/>
          </p:nvCxnSpPr>
          <p:spPr>
            <a:xfrm>
              <a:off x="3576219" y="4940621"/>
              <a:ext cx="258543" cy="65321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35">
              <a:extLst>
                <a:ext uri="{FF2B5EF4-FFF2-40B4-BE49-F238E27FC236}">
                  <a16:creationId xmlns:a16="http://schemas.microsoft.com/office/drawing/2014/main" id="{A2B49A0C-37CA-4AAC-A648-A1C9E1DB2B5E}"/>
                </a:ext>
              </a:extLst>
            </p:cNvPr>
            <p:cNvSpPr txBox="1"/>
            <p:nvPr/>
          </p:nvSpPr>
          <p:spPr>
            <a:xfrm>
              <a:off x="3770865" y="512973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8" name="Content Placeholder 27">
                  <a:extLst>
                    <a:ext uri="{FF2B5EF4-FFF2-40B4-BE49-F238E27FC236}">
                      <a16:creationId xmlns:a16="http://schemas.microsoft.com/office/drawing/2014/main" id="{830B8366-228E-4FE6-8795-A7108B113C75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459677784"/>
                    </p:ext>
                  </p:extLst>
                </p:nvPr>
              </p:nvGraphicFramePr>
              <p:xfrm>
                <a:off x="3342328" y="5572622"/>
                <a:ext cx="23389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33891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18" name="Content Placeholder 27">
                  <a:extLst>
                    <a:ext uri="{FF2B5EF4-FFF2-40B4-BE49-F238E27FC236}">
                      <a16:creationId xmlns:a16="http://schemas.microsoft.com/office/drawing/2014/main" id="{830B8366-228E-4FE6-8795-A7108B113C75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459677784"/>
                    </p:ext>
                  </p:extLst>
                </p:nvPr>
              </p:nvGraphicFramePr>
              <p:xfrm>
                <a:off x="3342328" y="5572622"/>
                <a:ext cx="23389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33891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9" name="Content Placeholder 27">
                  <a:extLst>
                    <a:ext uri="{FF2B5EF4-FFF2-40B4-BE49-F238E27FC236}">
                      <a16:creationId xmlns:a16="http://schemas.microsoft.com/office/drawing/2014/main" id="{A5BC0DAB-9E56-4CAC-AC1A-FA323CC66F99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083194099"/>
                    </p:ext>
                  </p:extLst>
                </p:nvPr>
              </p:nvGraphicFramePr>
              <p:xfrm>
                <a:off x="2040959" y="5551286"/>
                <a:ext cx="634856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18296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08280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rgbClr val="FF0000"/>
                                </a:solidFill>
                              </a:rPr>
                              <a:t>5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rgbClr val="FF0000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19" name="Content Placeholder 27">
                  <a:extLst>
                    <a:ext uri="{FF2B5EF4-FFF2-40B4-BE49-F238E27FC236}">
                      <a16:creationId xmlns:a16="http://schemas.microsoft.com/office/drawing/2014/main" id="{A5BC0DAB-9E56-4CAC-AC1A-FA323CC66F99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083194099"/>
                    </p:ext>
                  </p:extLst>
                </p:nvPr>
              </p:nvGraphicFramePr>
              <p:xfrm>
                <a:off x="2040959" y="5551286"/>
                <a:ext cx="634856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18296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08280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rgbClr val="FF0000"/>
                                </a:solidFill>
                              </a:rPr>
                              <a:t>5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rgbClr val="FF0000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Oval 9">
                  <a:extLst>
                    <a:ext uri="{FF2B5EF4-FFF2-40B4-BE49-F238E27FC236}">
                      <a16:creationId xmlns:a16="http://schemas.microsoft.com/office/drawing/2014/main" id="{7E796E75-65E8-4E4C-841F-95EF659D8321}"/>
                    </a:ext>
                  </a:extLst>
                </p:cNvPr>
                <p:cNvSpPr/>
                <p:nvPr/>
              </p:nvSpPr>
              <p:spPr>
                <a:xfrm>
                  <a:off x="4488262" y="4481997"/>
                  <a:ext cx="520700" cy="5207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HK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HK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HK" dirty="0"/>
                </a:p>
              </p:txBody>
            </p:sp>
          </mc:Choice>
          <mc:Fallback xmlns="">
            <p:sp>
              <p:nvSpPr>
                <p:cNvPr id="20" name="Oval 9">
                  <a:extLst>
                    <a:ext uri="{FF2B5EF4-FFF2-40B4-BE49-F238E27FC236}">
                      <a16:creationId xmlns:a16="http://schemas.microsoft.com/office/drawing/2014/main" id="{7E796E75-65E8-4E4C-841F-95EF659D832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8262" y="4481997"/>
                  <a:ext cx="520700" cy="520700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560BE09-63CD-4D51-A450-96DFF0EF4C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54909" y="4926442"/>
              <a:ext cx="317428" cy="6570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219E460-DB2E-4C52-A204-2D2C2E33A6FF}"/>
                </a:ext>
              </a:extLst>
            </p:cNvPr>
            <p:cNvSpPr txBox="1"/>
            <p:nvPr/>
          </p:nvSpPr>
          <p:spPr>
            <a:xfrm>
              <a:off x="4371253" y="509831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0</a:t>
              </a:r>
            </a:p>
          </p:txBody>
        </p:sp>
        <p:cxnSp>
          <p:nvCxnSpPr>
            <p:cNvPr id="23" name="Straight Arrow Connector 34">
              <a:extLst>
                <a:ext uri="{FF2B5EF4-FFF2-40B4-BE49-F238E27FC236}">
                  <a16:creationId xmlns:a16="http://schemas.microsoft.com/office/drawing/2014/main" id="{102E9229-3890-4658-9DCF-E8E5C0D7F055}"/>
                </a:ext>
              </a:extLst>
            </p:cNvPr>
            <p:cNvCxnSpPr>
              <a:cxnSpLocks/>
              <a:stCxn id="20" idx="5"/>
            </p:cNvCxnSpPr>
            <p:nvPr/>
          </p:nvCxnSpPr>
          <p:spPr>
            <a:xfrm>
              <a:off x="4932707" y="4926442"/>
              <a:ext cx="258543" cy="65321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35">
              <a:extLst>
                <a:ext uri="{FF2B5EF4-FFF2-40B4-BE49-F238E27FC236}">
                  <a16:creationId xmlns:a16="http://schemas.microsoft.com/office/drawing/2014/main" id="{D361A5E0-650E-4ABA-BBED-AAE3415B7BD6}"/>
                </a:ext>
              </a:extLst>
            </p:cNvPr>
            <p:cNvSpPr txBox="1"/>
            <p:nvPr/>
          </p:nvSpPr>
          <p:spPr>
            <a:xfrm>
              <a:off x="5127353" y="511555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5" name="Content Placeholder 27">
                  <a:extLst>
                    <a:ext uri="{FF2B5EF4-FFF2-40B4-BE49-F238E27FC236}">
                      <a16:creationId xmlns:a16="http://schemas.microsoft.com/office/drawing/2014/main" id="{D8587F96-938E-4889-895A-3EA286E47B6E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773297523"/>
                    </p:ext>
                  </p:extLst>
                </p:nvPr>
              </p:nvGraphicFramePr>
              <p:xfrm>
                <a:off x="4514342" y="5558443"/>
                <a:ext cx="23389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33891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6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25" name="Content Placeholder 27">
                  <a:extLst>
                    <a:ext uri="{FF2B5EF4-FFF2-40B4-BE49-F238E27FC236}">
                      <a16:creationId xmlns:a16="http://schemas.microsoft.com/office/drawing/2014/main" id="{D8587F96-938E-4889-895A-3EA286E47B6E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773297523"/>
                    </p:ext>
                  </p:extLst>
                </p:nvPr>
              </p:nvGraphicFramePr>
              <p:xfrm>
                <a:off x="4514342" y="5558443"/>
                <a:ext cx="23389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33891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6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6" name="Content Placeholder 27">
                  <a:extLst>
                    <a:ext uri="{FF2B5EF4-FFF2-40B4-BE49-F238E27FC236}">
                      <a16:creationId xmlns:a16="http://schemas.microsoft.com/office/drawing/2014/main" id="{EB0E3C5E-2E57-4804-83F7-F3D103C5CC6F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4088031302"/>
                    </p:ext>
                  </p:extLst>
                </p:nvPr>
              </p:nvGraphicFramePr>
              <p:xfrm>
                <a:off x="5431800" y="5537107"/>
                <a:ext cx="634856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18296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08280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rgbClr val="FF0000"/>
                                </a:solidFill>
                              </a:rPr>
                              <a:t>4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7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8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rgbClr val="FF0000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26" name="Content Placeholder 27">
                  <a:extLst>
                    <a:ext uri="{FF2B5EF4-FFF2-40B4-BE49-F238E27FC236}">
                      <a16:creationId xmlns:a16="http://schemas.microsoft.com/office/drawing/2014/main" id="{EB0E3C5E-2E57-4804-83F7-F3D103C5CC6F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4088031302"/>
                    </p:ext>
                  </p:extLst>
                </p:nvPr>
              </p:nvGraphicFramePr>
              <p:xfrm>
                <a:off x="5431800" y="5537107"/>
                <a:ext cx="634856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18296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08280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rgbClr val="FF0000"/>
                                </a:solidFill>
                              </a:rPr>
                              <a:t>4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7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8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rgbClr val="FF0000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3">
                  <a:extLst>
                    <a:ext uri="{FF2B5EF4-FFF2-40B4-BE49-F238E27FC236}">
                      <a16:creationId xmlns:a16="http://schemas.microsoft.com/office/drawing/2014/main" id="{44BB3EC5-6AA3-4DDE-8221-AF430BF47791}"/>
                    </a:ext>
                  </a:extLst>
                </p:cNvPr>
                <p:cNvSpPr/>
                <p:nvPr/>
              </p:nvSpPr>
              <p:spPr>
                <a:xfrm>
                  <a:off x="2684222" y="5628492"/>
                  <a:ext cx="429824" cy="448408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HK"/>
                </a:p>
              </p:txBody>
            </p:sp>
          </mc:Choice>
          <mc:Fallback xmlns="">
            <p:sp>
              <p:nvSpPr>
                <p:cNvPr id="27" name="Rectangle 23">
                  <a:extLst>
                    <a:ext uri="{FF2B5EF4-FFF2-40B4-BE49-F238E27FC236}">
                      <a16:creationId xmlns:a16="http://schemas.microsoft.com/office/drawing/2014/main" id="{44BB3EC5-6AA3-4DDE-8221-AF430BF477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4222" y="5628492"/>
                  <a:ext cx="429824" cy="44840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38">
                  <a:extLst>
                    <a:ext uri="{FF2B5EF4-FFF2-40B4-BE49-F238E27FC236}">
                      <a16:creationId xmlns:a16="http://schemas.microsoft.com/office/drawing/2014/main" id="{6C1362BF-2552-460C-8993-535F67F2ABC6}"/>
                    </a:ext>
                  </a:extLst>
                </p:cNvPr>
                <p:cNvSpPr/>
                <p:nvPr/>
              </p:nvSpPr>
              <p:spPr>
                <a:xfrm>
                  <a:off x="3593657" y="5628491"/>
                  <a:ext cx="426680" cy="455805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HK"/>
                </a:p>
              </p:txBody>
            </p:sp>
          </mc:Choice>
          <mc:Fallback xmlns="">
            <p:sp>
              <p:nvSpPr>
                <p:cNvPr id="28" name="Rectangle 38">
                  <a:extLst>
                    <a:ext uri="{FF2B5EF4-FFF2-40B4-BE49-F238E27FC236}">
                      <a16:creationId xmlns:a16="http://schemas.microsoft.com/office/drawing/2014/main" id="{6C1362BF-2552-460C-8993-535F67F2AB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3657" y="5628491"/>
                  <a:ext cx="426680" cy="45580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3">
                  <a:extLst>
                    <a:ext uri="{FF2B5EF4-FFF2-40B4-BE49-F238E27FC236}">
                      <a16:creationId xmlns:a16="http://schemas.microsoft.com/office/drawing/2014/main" id="{F52B7357-45BA-454A-9596-7CBE889EA0F0}"/>
                    </a:ext>
                  </a:extLst>
                </p:cNvPr>
                <p:cNvSpPr/>
                <p:nvPr/>
              </p:nvSpPr>
              <p:spPr>
                <a:xfrm>
                  <a:off x="4077255" y="5628492"/>
                  <a:ext cx="429824" cy="448408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HK"/>
                </a:p>
              </p:txBody>
            </p:sp>
          </mc:Choice>
          <mc:Fallback xmlns="">
            <p:sp>
              <p:nvSpPr>
                <p:cNvPr id="29" name="Rectangle 23">
                  <a:extLst>
                    <a:ext uri="{FF2B5EF4-FFF2-40B4-BE49-F238E27FC236}">
                      <a16:creationId xmlns:a16="http://schemas.microsoft.com/office/drawing/2014/main" id="{F52B7357-45BA-454A-9596-7CBE889EA0F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7255" y="5628492"/>
                  <a:ext cx="429824" cy="44840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38">
                  <a:extLst>
                    <a:ext uri="{FF2B5EF4-FFF2-40B4-BE49-F238E27FC236}">
                      <a16:creationId xmlns:a16="http://schemas.microsoft.com/office/drawing/2014/main" id="{47B18A95-F6B8-4143-B86B-4482B0410C3D}"/>
                    </a:ext>
                  </a:extLst>
                </p:cNvPr>
                <p:cNvSpPr/>
                <p:nvPr/>
              </p:nvSpPr>
              <p:spPr>
                <a:xfrm>
                  <a:off x="4990490" y="5628491"/>
                  <a:ext cx="426680" cy="455805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HK"/>
                </a:p>
              </p:txBody>
            </p:sp>
          </mc:Choice>
          <mc:Fallback xmlns="">
            <p:sp>
              <p:nvSpPr>
                <p:cNvPr id="30" name="Rectangle 38">
                  <a:extLst>
                    <a:ext uri="{FF2B5EF4-FFF2-40B4-BE49-F238E27FC236}">
                      <a16:creationId xmlns:a16="http://schemas.microsoft.com/office/drawing/2014/main" id="{47B18A95-F6B8-4143-B86B-4482B0410C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0490" y="5628491"/>
                  <a:ext cx="426680" cy="45580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C31F78D-5E59-4374-B1CA-E4AE01AC9F53}"/>
              </a:ext>
            </a:extLst>
          </p:cNvPr>
          <p:cNvGrpSpPr/>
          <p:nvPr/>
        </p:nvGrpSpPr>
        <p:grpSpPr>
          <a:xfrm>
            <a:off x="7302387" y="2292692"/>
            <a:ext cx="3732162" cy="2660309"/>
            <a:chOff x="6723350" y="3418626"/>
            <a:chExt cx="3732162" cy="2660309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1" name="Content Placeholder 27">
                  <a:extLst>
                    <a:ext uri="{FF2B5EF4-FFF2-40B4-BE49-F238E27FC236}">
                      <a16:creationId xmlns:a16="http://schemas.microsoft.com/office/drawing/2014/main" id="{08D6116F-4567-4703-A5DA-AA08EFDC2712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611009916"/>
                    </p:ext>
                  </p:extLst>
                </p:nvPr>
              </p:nvGraphicFramePr>
              <p:xfrm>
                <a:off x="6723350" y="4496176"/>
                <a:ext cx="8920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4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31" name="Content Placeholder 27">
                  <a:extLst>
                    <a:ext uri="{FF2B5EF4-FFF2-40B4-BE49-F238E27FC236}">
                      <a16:creationId xmlns:a16="http://schemas.microsoft.com/office/drawing/2014/main" id="{08D6116F-4567-4703-A5DA-AA08EFDC2712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611009916"/>
                    </p:ext>
                  </p:extLst>
                </p:nvPr>
              </p:nvGraphicFramePr>
              <p:xfrm>
                <a:off x="6723350" y="4496176"/>
                <a:ext cx="8920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4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p:grpSp>
          <p:nvGrpSpPr>
            <p:cNvPr id="32" name="Group 12">
              <a:extLst>
                <a:ext uri="{FF2B5EF4-FFF2-40B4-BE49-F238E27FC236}">
                  <a16:creationId xmlns:a16="http://schemas.microsoft.com/office/drawing/2014/main" id="{EF7E5943-A38B-4863-BEAE-CA3C33F45851}"/>
                </a:ext>
              </a:extLst>
            </p:cNvPr>
            <p:cNvGrpSpPr/>
            <p:nvPr/>
          </p:nvGrpSpPr>
          <p:grpSpPr>
            <a:xfrm>
              <a:off x="8052238" y="3418626"/>
              <a:ext cx="1185350" cy="1101528"/>
              <a:chOff x="7441257" y="1610086"/>
              <a:chExt cx="1185350" cy="110152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Oval 9">
                    <a:extLst>
                      <a:ext uri="{FF2B5EF4-FFF2-40B4-BE49-F238E27FC236}">
                        <a16:creationId xmlns:a16="http://schemas.microsoft.com/office/drawing/2014/main" id="{432B36EE-8245-4259-8F6C-86B2308294F3}"/>
                      </a:ext>
                    </a:extLst>
                  </p:cNvPr>
                  <p:cNvSpPr/>
                  <p:nvPr/>
                </p:nvSpPr>
                <p:spPr>
                  <a:xfrm>
                    <a:off x="7674610" y="1610086"/>
                    <a:ext cx="520700" cy="520700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HK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H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HK" dirty="0"/>
                  </a:p>
                </p:txBody>
              </p:sp>
            </mc:Choice>
            <mc:Fallback xmlns="">
              <p:sp>
                <p:nvSpPr>
                  <p:cNvPr id="33" name="Oval 9">
                    <a:extLst>
                      <a:ext uri="{FF2B5EF4-FFF2-40B4-BE49-F238E27FC236}">
                        <a16:creationId xmlns:a16="http://schemas.microsoft.com/office/drawing/2014/main" id="{432B36EE-8245-4259-8F6C-86B2308294F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74610" y="1610086"/>
                    <a:ext cx="520700" cy="520700"/>
                  </a:xfrm>
                  <a:prstGeom prst="ellipse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" name="Straight Arrow Connector 20">
                <a:extLst>
                  <a:ext uri="{FF2B5EF4-FFF2-40B4-BE49-F238E27FC236}">
                    <a16:creationId xmlns:a16="http://schemas.microsoft.com/office/drawing/2014/main" id="{DDF9B4EA-B02A-44F3-8F9C-2E7588F180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41257" y="2054531"/>
                <a:ext cx="317428" cy="6570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5" name="TextBox 21">
                <a:extLst>
                  <a:ext uri="{FF2B5EF4-FFF2-40B4-BE49-F238E27FC236}">
                    <a16:creationId xmlns:a16="http://schemas.microsoft.com/office/drawing/2014/main" id="{99CCFE8D-446E-4C68-B9EE-C8AAB62F8925}"/>
                  </a:ext>
                </a:extLst>
              </p:cNvPr>
              <p:cNvSpPr txBox="1"/>
              <p:nvPr/>
            </p:nvSpPr>
            <p:spPr>
              <a:xfrm>
                <a:off x="7557601" y="2226399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/>
                  <a:t>0</a:t>
                </a:r>
              </a:p>
            </p:txBody>
          </p:sp>
          <p:cxnSp>
            <p:nvCxnSpPr>
              <p:cNvPr id="36" name="Straight Arrow Connector 34">
                <a:extLst>
                  <a:ext uri="{FF2B5EF4-FFF2-40B4-BE49-F238E27FC236}">
                    <a16:creationId xmlns:a16="http://schemas.microsoft.com/office/drawing/2014/main" id="{46F9E557-B249-4C4B-8800-EEDA424B54B7}"/>
                  </a:ext>
                </a:extLst>
              </p:cNvPr>
              <p:cNvCxnSpPr>
                <a:cxnSpLocks/>
                <a:stCxn id="33" idx="5"/>
              </p:cNvCxnSpPr>
              <p:nvPr/>
            </p:nvCxnSpPr>
            <p:spPr>
              <a:xfrm>
                <a:off x="8119055" y="2054531"/>
                <a:ext cx="366854" cy="6570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7" name="TextBox 35">
                <a:extLst>
                  <a:ext uri="{FF2B5EF4-FFF2-40B4-BE49-F238E27FC236}">
                    <a16:creationId xmlns:a16="http://schemas.microsoft.com/office/drawing/2014/main" id="{FDB76F5D-1776-47A6-819E-88F7823F073E}"/>
                  </a:ext>
                </a:extLst>
              </p:cNvPr>
              <p:cNvSpPr txBox="1"/>
              <p:nvPr/>
            </p:nvSpPr>
            <p:spPr>
              <a:xfrm>
                <a:off x="8313701" y="2243642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/>
                  <a:t>1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8" name="Content Placeholder 27">
                  <a:extLst>
                    <a:ext uri="{FF2B5EF4-FFF2-40B4-BE49-F238E27FC236}">
                      <a16:creationId xmlns:a16="http://schemas.microsoft.com/office/drawing/2014/main" id="{B6AF1F6F-F4C1-4F8E-9D79-505802C71365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475708262"/>
                    </p:ext>
                  </p:extLst>
                </p:nvPr>
              </p:nvGraphicFramePr>
              <p:xfrm>
                <a:off x="9563501" y="4490090"/>
                <a:ext cx="8920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5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8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38" name="Content Placeholder 27">
                  <a:extLst>
                    <a:ext uri="{FF2B5EF4-FFF2-40B4-BE49-F238E27FC236}">
                      <a16:creationId xmlns:a16="http://schemas.microsoft.com/office/drawing/2014/main" id="{B6AF1F6F-F4C1-4F8E-9D79-505802C71365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475708262"/>
                    </p:ext>
                  </p:extLst>
                </p:nvPr>
              </p:nvGraphicFramePr>
              <p:xfrm>
                <a:off x="9563501" y="4490090"/>
                <a:ext cx="8920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5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8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Oval 9">
                  <a:extLst>
                    <a:ext uri="{FF2B5EF4-FFF2-40B4-BE49-F238E27FC236}">
                      <a16:creationId xmlns:a16="http://schemas.microsoft.com/office/drawing/2014/main" id="{2135360A-1028-4820-9E45-B920887476E3}"/>
                    </a:ext>
                  </a:extLst>
                </p:cNvPr>
                <p:cNvSpPr/>
                <p:nvPr/>
              </p:nvSpPr>
              <p:spPr>
                <a:xfrm>
                  <a:off x="7647982" y="4475185"/>
                  <a:ext cx="520700" cy="5207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HK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HK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HK" dirty="0"/>
                </a:p>
              </p:txBody>
            </p:sp>
          </mc:Choice>
          <mc:Fallback xmlns="">
            <p:sp>
              <p:nvSpPr>
                <p:cNvPr id="39" name="Oval 9">
                  <a:extLst>
                    <a:ext uri="{FF2B5EF4-FFF2-40B4-BE49-F238E27FC236}">
                      <a16:creationId xmlns:a16="http://schemas.microsoft.com/office/drawing/2014/main" id="{2135360A-1028-4820-9E45-B920887476E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7982" y="4475185"/>
                  <a:ext cx="520700" cy="520700"/>
                </a:xfrm>
                <a:prstGeom prst="ellipse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20">
              <a:extLst>
                <a:ext uri="{FF2B5EF4-FFF2-40B4-BE49-F238E27FC236}">
                  <a16:creationId xmlns:a16="http://schemas.microsoft.com/office/drawing/2014/main" id="{47D47F29-96FF-4C95-B6F9-0F8489F050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4629" y="4919630"/>
              <a:ext cx="317428" cy="6570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TextBox 21">
              <a:extLst>
                <a:ext uri="{FF2B5EF4-FFF2-40B4-BE49-F238E27FC236}">
                  <a16:creationId xmlns:a16="http://schemas.microsoft.com/office/drawing/2014/main" id="{F897A1B0-8336-446B-976B-A24D5201653D}"/>
                </a:ext>
              </a:extLst>
            </p:cNvPr>
            <p:cNvSpPr txBox="1"/>
            <p:nvPr/>
          </p:nvSpPr>
          <p:spPr>
            <a:xfrm>
              <a:off x="7530973" y="509149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0</a:t>
              </a:r>
            </a:p>
          </p:txBody>
        </p:sp>
        <p:cxnSp>
          <p:nvCxnSpPr>
            <p:cNvPr id="42" name="Straight Arrow Connector 34">
              <a:extLst>
                <a:ext uri="{FF2B5EF4-FFF2-40B4-BE49-F238E27FC236}">
                  <a16:creationId xmlns:a16="http://schemas.microsoft.com/office/drawing/2014/main" id="{09371911-2C3D-4AC8-9B3B-57767057D321}"/>
                </a:ext>
              </a:extLst>
            </p:cNvPr>
            <p:cNvCxnSpPr>
              <a:cxnSpLocks/>
              <a:stCxn id="39" idx="5"/>
            </p:cNvCxnSpPr>
            <p:nvPr/>
          </p:nvCxnSpPr>
          <p:spPr>
            <a:xfrm>
              <a:off x="8092427" y="4919630"/>
              <a:ext cx="258543" cy="65321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TextBox 35">
              <a:extLst>
                <a:ext uri="{FF2B5EF4-FFF2-40B4-BE49-F238E27FC236}">
                  <a16:creationId xmlns:a16="http://schemas.microsoft.com/office/drawing/2014/main" id="{192CD2FB-BA53-41E4-8B53-F980F7BD13D3}"/>
                </a:ext>
              </a:extLst>
            </p:cNvPr>
            <p:cNvSpPr txBox="1"/>
            <p:nvPr/>
          </p:nvSpPr>
          <p:spPr>
            <a:xfrm>
              <a:off x="8287073" y="510874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44" name="Content Placeholder 27">
                  <a:extLst>
                    <a:ext uri="{FF2B5EF4-FFF2-40B4-BE49-F238E27FC236}">
                      <a16:creationId xmlns:a16="http://schemas.microsoft.com/office/drawing/2014/main" id="{22A85927-13F7-46B2-8931-2668D0F3CC11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160679783"/>
                    </p:ext>
                  </p:extLst>
                </p:nvPr>
              </p:nvGraphicFramePr>
              <p:xfrm>
                <a:off x="6769654" y="5530295"/>
                <a:ext cx="426576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18296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44" name="Content Placeholder 27">
                  <a:extLst>
                    <a:ext uri="{FF2B5EF4-FFF2-40B4-BE49-F238E27FC236}">
                      <a16:creationId xmlns:a16="http://schemas.microsoft.com/office/drawing/2014/main" id="{22A85927-13F7-46B2-8931-2668D0F3CC11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160679783"/>
                    </p:ext>
                  </p:extLst>
                </p:nvPr>
              </p:nvGraphicFramePr>
              <p:xfrm>
                <a:off x="6769654" y="5530295"/>
                <a:ext cx="426576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18296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Oval 9">
                  <a:extLst>
                    <a:ext uri="{FF2B5EF4-FFF2-40B4-BE49-F238E27FC236}">
                      <a16:creationId xmlns:a16="http://schemas.microsoft.com/office/drawing/2014/main" id="{971C62CF-F78D-40E8-B36F-A2DE93541771}"/>
                    </a:ext>
                  </a:extLst>
                </p:cNvPr>
                <p:cNvSpPr/>
                <p:nvPr/>
              </p:nvSpPr>
              <p:spPr>
                <a:xfrm>
                  <a:off x="9004470" y="4461006"/>
                  <a:ext cx="520700" cy="5207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HK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HK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HK" dirty="0"/>
                </a:p>
              </p:txBody>
            </p:sp>
          </mc:Choice>
          <mc:Fallback xmlns="">
            <p:sp>
              <p:nvSpPr>
                <p:cNvPr id="45" name="Oval 9">
                  <a:extLst>
                    <a:ext uri="{FF2B5EF4-FFF2-40B4-BE49-F238E27FC236}">
                      <a16:creationId xmlns:a16="http://schemas.microsoft.com/office/drawing/2014/main" id="{971C62CF-F78D-40E8-B36F-A2DE935417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4470" y="4461006"/>
                  <a:ext cx="520700" cy="520700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Straight Arrow Connector 20">
              <a:extLst>
                <a:ext uri="{FF2B5EF4-FFF2-40B4-BE49-F238E27FC236}">
                  <a16:creationId xmlns:a16="http://schemas.microsoft.com/office/drawing/2014/main" id="{F5134DD1-CDF2-4635-AB64-95225ABB02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71117" y="4905451"/>
              <a:ext cx="317428" cy="6570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TextBox 21">
              <a:extLst>
                <a:ext uri="{FF2B5EF4-FFF2-40B4-BE49-F238E27FC236}">
                  <a16:creationId xmlns:a16="http://schemas.microsoft.com/office/drawing/2014/main" id="{B700D290-9DA5-49D0-8D69-0298CDE9140E}"/>
                </a:ext>
              </a:extLst>
            </p:cNvPr>
            <p:cNvSpPr txBox="1"/>
            <p:nvPr/>
          </p:nvSpPr>
          <p:spPr>
            <a:xfrm>
              <a:off x="8887461" y="507731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0</a:t>
              </a:r>
            </a:p>
          </p:txBody>
        </p:sp>
        <p:cxnSp>
          <p:nvCxnSpPr>
            <p:cNvPr id="48" name="Straight Arrow Connector 34">
              <a:extLst>
                <a:ext uri="{FF2B5EF4-FFF2-40B4-BE49-F238E27FC236}">
                  <a16:creationId xmlns:a16="http://schemas.microsoft.com/office/drawing/2014/main" id="{CC620008-F029-40F5-839C-CE02E94D163E}"/>
                </a:ext>
              </a:extLst>
            </p:cNvPr>
            <p:cNvCxnSpPr>
              <a:cxnSpLocks/>
              <a:stCxn id="45" idx="5"/>
            </p:cNvCxnSpPr>
            <p:nvPr/>
          </p:nvCxnSpPr>
          <p:spPr>
            <a:xfrm>
              <a:off x="9448915" y="4905451"/>
              <a:ext cx="258543" cy="65321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TextBox 35">
              <a:extLst>
                <a:ext uri="{FF2B5EF4-FFF2-40B4-BE49-F238E27FC236}">
                  <a16:creationId xmlns:a16="http://schemas.microsoft.com/office/drawing/2014/main" id="{83435B93-117A-4B7B-8695-C450E64512AD}"/>
                </a:ext>
              </a:extLst>
            </p:cNvPr>
            <p:cNvSpPr txBox="1"/>
            <p:nvPr/>
          </p:nvSpPr>
          <p:spPr>
            <a:xfrm>
              <a:off x="9643561" y="509456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50" name="Content Placeholder 27">
                  <a:extLst>
                    <a:ext uri="{FF2B5EF4-FFF2-40B4-BE49-F238E27FC236}">
                      <a16:creationId xmlns:a16="http://schemas.microsoft.com/office/drawing/2014/main" id="{77EA26B7-A910-418B-B29F-62AE8E95CDEF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250906578"/>
                    </p:ext>
                  </p:extLst>
                </p:nvPr>
              </p:nvGraphicFramePr>
              <p:xfrm>
                <a:off x="9953512" y="5516116"/>
                <a:ext cx="426576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18296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7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8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50" name="Content Placeholder 27">
                  <a:extLst>
                    <a:ext uri="{FF2B5EF4-FFF2-40B4-BE49-F238E27FC236}">
                      <a16:creationId xmlns:a16="http://schemas.microsoft.com/office/drawing/2014/main" id="{77EA26B7-A910-418B-B29F-62AE8E95CDEF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250906578"/>
                    </p:ext>
                  </p:extLst>
                </p:nvPr>
              </p:nvGraphicFramePr>
              <p:xfrm>
                <a:off x="9953512" y="5516116"/>
                <a:ext cx="426576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18296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7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8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51" name="Content Placeholder 27">
                  <a:extLst>
                    <a:ext uri="{FF2B5EF4-FFF2-40B4-BE49-F238E27FC236}">
                      <a16:creationId xmlns:a16="http://schemas.microsoft.com/office/drawing/2014/main" id="{A614E586-CEF3-4D15-B8F6-5203259424BD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88434766"/>
                    </p:ext>
                  </p:extLst>
                </p:nvPr>
              </p:nvGraphicFramePr>
              <p:xfrm>
                <a:off x="7688507" y="5523781"/>
                <a:ext cx="426576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18296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4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51" name="Content Placeholder 27">
                  <a:extLst>
                    <a:ext uri="{FF2B5EF4-FFF2-40B4-BE49-F238E27FC236}">
                      <a16:creationId xmlns:a16="http://schemas.microsoft.com/office/drawing/2014/main" id="{A614E586-CEF3-4D15-B8F6-5203259424BD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88434766"/>
                    </p:ext>
                  </p:extLst>
                </p:nvPr>
              </p:nvGraphicFramePr>
              <p:xfrm>
                <a:off x="7688507" y="5523781"/>
                <a:ext cx="426576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18296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4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52" name="Content Placeholder 27">
                  <a:extLst>
                    <a:ext uri="{FF2B5EF4-FFF2-40B4-BE49-F238E27FC236}">
                      <a16:creationId xmlns:a16="http://schemas.microsoft.com/office/drawing/2014/main" id="{059F0B2F-52BC-4C88-BF7F-06B0E3D07805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356843770"/>
                    </p:ext>
                  </p:extLst>
                </p:nvPr>
              </p:nvGraphicFramePr>
              <p:xfrm>
                <a:off x="9039925" y="5518449"/>
                <a:ext cx="426576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18296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5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6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52" name="Content Placeholder 27">
                  <a:extLst>
                    <a:ext uri="{FF2B5EF4-FFF2-40B4-BE49-F238E27FC236}">
                      <a16:creationId xmlns:a16="http://schemas.microsoft.com/office/drawing/2014/main" id="{059F0B2F-52BC-4C88-BF7F-06B0E3D07805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356843770"/>
                    </p:ext>
                  </p:extLst>
                </p:nvPr>
              </p:nvGraphicFramePr>
              <p:xfrm>
                <a:off x="9039925" y="5518449"/>
                <a:ext cx="426576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18296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5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6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Rectangle 23">
                  <a:extLst>
                    <a:ext uri="{FF2B5EF4-FFF2-40B4-BE49-F238E27FC236}">
                      <a16:creationId xmlns:a16="http://schemas.microsoft.com/office/drawing/2014/main" id="{D160EC6F-693F-4A7D-92B5-BF6732611F25}"/>
                    </a:ext>
                  </a:extLst>
                </p:cNvPr>
                <p:cNvSpPr/>
                <p:nvPr/>
              </p:nvSpPr>
              <p:spPr>
                <a:xfrm>
                  <a:off x="7215253" y="5588152"/>
                  <a:ext cx="429824" cy="448408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HK"/>
                </a:p>
              </p:txBody>
            </p:sp>
          </mc:Choice>
          <mc:Fallback xmlns="">
            <p:sp>
              <p:nvSpPr>
                <p:cNvPr id="53" name="Rectangle 23">
                  <a:extLst>
                    <a:ext uri="{FF2B5EF4-FFF2-40B4-BE49-F238E27FC236}">
                      <a16:creationId xmlns:a16="http://schemas.microsoft.com/office/drawing/2014/main" id="{D160EC6F-693F-4A7D-92B5-BF6732611F2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5253" y="5588152"/>
                  <a:ext cx="429824" cy="44840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 38">
                  <a:extLst>
                    <a:ext uri="{FF2B5EF4-FFF2-40B4-BE49-F238E27FC236}">
                      <a16:creationId xmlns:a16="http://schemas.microsoft.com/office/drawing/2014/main" id="{F06DB347-41B7-47F3-B070-196584D52F8E}"/>
                    </a:ext>
                  </a:extLst>
                </p:cNvPr>
                <p:cNvSpPr/>
                <p:nvPr/>
              </p:nvSpPr>
              <p:spPr>
                <a:xfrm>
                  <a:off x="8124688" y="5588151"/>
                  <a:ext cx="426680" cy="455805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HK"/>
                </a:p>
              </p:txBody>
            </p:sp>
          </mc:Choice>
          <mc:Fallback xmlns="">
            <p:sp>
              <p:nvSpPr>
                <p:cNvPr id="54" name="Rectangle 38">
                  <a:extLst>
                    <a:ext uri="{FF2B5EF4-FFF2-40B4-BE49-F238E27FC236}">
                      <a16:creationId xmlns:a16="http://schemas.microsoft.com/office/drawing/2014/main" id="{F06DB347-41B7-47F3-B070-196584D52F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4688" y="5588151"/>
                  <a:ext cx="426680" cy="45580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23">
                  <a:extLst>
                    <a:ext uri="{FF2B5EF4-FFF2-40B4-BE49-F238E27FC236}">
                      <a16:creationId xmlns:a16="http://schemas.microsoft.com/office/drawing/2014/main" id="{2E5059BF-A445-4962-814C-58E011206B1A}"/>
                    </a:ext>
                  </a:extLst>
                </p:cNvPr>
                <p:cNvSpPr/>
                <p:nvPr/>
              </p:nvSpPr>
              <p:spPr>
                <a:xfrm>
                  <a:off x="8608286" y="5588152"/>
                  <a:ext cx="429824" cy="448408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HK"/>
                </a:p>
              </p:txBody>
            </p:sp>
          </mc:Choice>
          <mc:Fallback xmlns="">
            <p:sp>
              <p:nvSpPr>
                <p:cNvPr id="55" name="Rectangle 23">
                  <a:extLst>
                    <a:ext uri="{FF2B5EF4-FFF2-40B4-BE49-F238E27FC236}">
                      <a16:creationId xmlns:a16="http://schemas.microsoft.com/office/drawing/2014/main" id="{2E5059BF-A445-4962-814C-58E011206B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8286" y="5588152"/>
                  <a:ext cx="429824" cy="448408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ctangle 38">
                  <a:extLst>
                    <a:ext uri="{FF2B5EF4-FFF2-40B4-BE49-F238E27FC236}">
                      <a16:creationId xmlns:a16="http://schemas.microsoft.com/office/drawing/2014/main" id="{B68907A7-C7F1-4C50-BF02-B70FECFBE1D0}"/>
                    </a:ext>
                  </a:extLst>
                </p:cNvPr>
                <p:cNvSpPr/>
                <p:nvPr/>
              </p:nvSpPr>
              <p:spPr>
                <a:xfrm>
                  <a:off x="9521521" y="5588151"/>
                  <a:ext cx="426680" cy="455805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HK"/>
                </a:p>
              </p:txBody>
            </p:sp>
          </mc:Choice>
          <mc:Fallback xmlns="">
            <p:sp>
              <p:nvSpPr>
                <p:cNvPr id="56" name="Rectangle 38">
                  <a:extLst>
                    <a:ext uri="{FF2B5EF4-FFF2-40B4-BE49-F238E27FC236}">
                      <a16:creationId xmlns:a16="http://schemas.microsoft.com/office/drawing/2014/main" id="{B68907A7-C7F1-4C50-BF02-B70FECFBE1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1521" y="5588151"/>
                  <a:ext cx="426680" cy="45580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1313525-40DC-4B6C-8297-48AA1DC48482}"/>
              </a:ext>
            </a:extLst>
          </p:cNvPr>
          <p:cNvGrpSpPr/>
          <p:nvPr/>
        </p:nvGrpSpPr>
        <p:grpSpPr>
          <a:xfrm>
            <a:off x="1598514" y="2215716"/>
            <a:ext cx="4237714" cy="1062970"/>
            <a:chOff x="1922320" y="3383977"/>
            <a:chExt cx="4237714" cy="1062970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881FE077-D0DE-4A51-A47E-932412506F37}"/>
                </a:ext>
              </a:extLst>
            </p:cNvPr>
            <p:cNvGrpSpPr/>
            <p:nvPr/>
          </p:nvGrpSpPr>
          <p:grpSpPr>
            <a:xfrm>
              <a:off x="1922320" y="3383977"/>
              <a:ext cx="1493632" cy="1062970"/>
              <a:chOff x="1922320" y="3383977"/>
              <a:chExt cx="1493632" cy="1062970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57" name="Chart 56">
                    <a:extLst>
                      <a:ext uri="{FF2B5EF4-FFF2-40B4-BE49-F238E27FC236}">
                        <a16:creationId xmlns:a16="http://schemas.microsoft.com/office/drawing/2014/main" id="{B247850A-38BA-4A60-8A57-D69C601C5C9B}"/>
                      </a:ext>
                    </a:extLst>
                  </p:cNvPr>
                  <p:cNvGraphicFramePr/>
                  <p:nvPr>
                    <p:extLst>
                      <p:ext uri="{D42A27DB-BD31-4B8C-83A1-F6EECF244321}">
                        <p14:modId xmlns:p14="http://schemas.microsoft.com/office/powerpoint/2010/main" val="3394595579"/>
                      </p:ext>
                    </p:extLst>
                  </p:nvPr>
                </p:nvGraphicFramePr>
                <p:xfrm>
                  <a:off x="1922320" y="3549154"/>
                  <a:ext cx="1346690" cy="897793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17"/>
                  </a:graphicData>
                </a:graphic>
              </p:graphicFrame>
            </mc:Choice>
            <mc:Fallback xmlns="">
              <p:graphicFrame>
                <p:nvGraphicFramePr>
                  <p:cNvPr id="57" name="Chart 56">
                    <a:extLst>
                      <a:ext uri="{FF2B5EF4-FFF2-40B4-BE49-F238E27FC236}">
                        <a16:creationId xmlns:a16="http://schemas.microsoft.com/office/drawing/2014/main" id="{B247850A-38BA-4A60-8A57-D69C601C5C9B}"/>
                      </a:ext>
                    </a:extLst>
                  </p:cNvPr>
                  <p:cNvGraphicFramePr/>
                  <p:nvPr>
                    <p:extLst>
                      <p:ext uri="{D42A27DB-BD31-4B8C-83A1-F6EECF244321}">
                        <p14:modId xmlns:p14="http://schemas.microsoft.com/office/powerpoint/2010/main" val="3394595579"/>
                      </p:ext>
                    </p:extLst>
                  </p:nvPr>
                </p:nvGraphicFramePr>
                <p:xfrm>
                  <a:off x="1922320" y="3549154"/>
                  <a:ext cx="1346690" cy="897793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18"/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31584185-C609-44FC-B609-E1B55D1F8921}"/>
                      </a:ext>
                    </a:extLst>
                  </p:cNvPr>
                  <p:cNvSpPr/>
                  <p:nvPr/>
                </p:nvSpPr>
                <p:spPr>
                  <a:xfrm>
                    <a:off x="2513261" y="3383977"/>
                    <a:ext cx="487633" cy="29360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HK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HK" sz="1200" i="1">
                                  <a:latin typeface="Cambria Math" panose="02040503050406030204" pitchFamily="18" charset="0"/>
                                </a:rPr>
                                <m:t>|0</m:t>
                              </m:r>
                            </m:sub>
                          </m:sSub>
                        </m:oMath>
                      </m:oMathPara>
                    </a14:m>
                    <a:endParaRPr lang="en-US" sz="1200"/>
                  </a:p>
                </p:txBody>
              </p:sp>
            </mc:Choice>
            <mc:Fallback xmlns=""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31584185-C609-44FC-B609-E1B55D1F892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13261" y="3383977"/>
                    <a:ext cx="487633" cy="293607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20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CA359F8B-2087-413B-A6FE-67FEC07FC867}"/>
                      </a:ext>
                    </a:extLst>
                  </p:cNvPr>
                  <p:cNvSpPr/>
                  <p:nvPr/>
                </p:nvSpPr>
                <p:spPr>
                  <a:xfrm>
                    <a:off x="3098557" y="3970223"/>
                    <a:ext cx="317395" cy="27699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oMath>
                      </m:oMathPara>
                    </a14:m>
                    <a:endParaRPr lang="en-US" sz="1200"/>
                  </a:p>
                </p:txBody>
              </p:sp>
            </mc:Choice>
            <mc:Fallback xmlns=""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CA359F8B-2087-413B-A6FE-67FEC07FC86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98557" y="3970223"/>
                    <a:ext cx="317395" cy="276999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36B8321D-DB64-48B9-BDA2-86BDF822828C}"/>
                </a:ext>
              </a:extLst>
            </p:cNvPr>
            <p:cNvGrpSpPr/>
            <p:nvPr/>
          </p:nvGrpSpPr>
          <p:grpSpPr>
            <a:xfrm>
              <a:off x="4666402" y="3383977"/>
              <a:ext cx="1493632" cy="1062970"/>
              <a:chOff x="1922320" y="3383977"/>
              <a:chExt cx="1493632" cy="1062970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62" name="Chart 61">
                    <a:extLst>
                      <a:ext uri="{FF2B5EF4-FFF2-40B4-BE49-F238E27FC236}">
                        <a16:creationId xmlns:a16="http://schemas.microsoft.com/office/drawing/2014/main" id="{70BCFFB6-8957-4960-997B-4194A06BD0B2}"/>
                      </a:ext>
                    </a:extLst>
                  </p:cNvPr>
                  <p:cNvGraphicFramePr/>
                  <p:nvPr>
                    <p:extLst>
                      <p:ext uri="{D42A27DB-BD31-4B8C-83A1-F6EECF244321}">
                        <p14:modId xmlns:p14="http://schemas.microsoft.com/office/powerpoint/2010/main" val="1835565438"/>
                      </p:ext>
                    </p:extLst>
                  </p:nvPr>
                </p:nvGraphicFramePr>
                <p:xfrm>
                  <a:off x="1922320" y="3549154"/>
                  <a:ext cx="1346690" cy="897793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21"/>
                  </a:graphicData>
                </a:graphic>
              </p:graphicFrame>
            </mc:Choice>
            <mc:Fallback xmlns="">
              <p:graphicFrame>
                <p:nvGraphicFramePr>
                  <p:cNvPr id="62" name="Chart 61">
                    <a:extLst>
                      <a:ext uri="{FF2B5EF4-FFF2-40B4-BE49-F238E27FC236}">
                        <a16:creationId xmlns:a16="http://schemas.microsoft.com/office/drawing/2014/main" id="{70BCFFB6-8957-4960-997B-4194A06BD0B2}"/>
                      </a:ext>
                    </a:extLst>
                  </p:cNvPr>
                  <p:cNvGraphicFramePr/>
                  <p:nvPr>
                    <p:extLst>
                      <p:ext uri="{D42A27DB-BD31-4B8C-83A1-F6EECF244321}">
                        <p14:modId xmlns:p14="http://schemas.microsoft.com/office/powerpoint/2010/main" val="1835565438"/>
                      </p:ext>
                    </p:extLst>
                  </p:nvPr>
                </p:nvGraphicFramePr>
                <p:xfrm>
                  <a:off x="1922320" y="3549154"/>
                  <a:ext cx="1346690" cy="897793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22"/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0517EB38-F962-4D58-AFF5-29AC80096FC7}"/>
                      </a:ext>
                    </a:extLst>
                  </p:cNvPr>
                  <p:cNvSpPr/>
                  <p:nvPr/>
                </p:nvSpPr>
                <p:spPr>
                  <a:xfrm>
                    <a:off x="2513261" y="3383977"/>
                    <a:ext cx="487634" cy="29360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HK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HK" sz="1200" i="1">
                                  <a:latin typeface="Cambria Math" panose="02040503050406030204" pitchFamily="18" charset="0"/>
                                </a:rPr>
                                <m:t>|1</m:t>
                              </m:r>
                            </m:sub>
                          </m:sSub>
                        </m:oMath>
                      </m:oMathPara>
                    </a14:m>
                    <a:endParaRPr lang="en-US" sz="1200"/>
                  </a:p>
                </p:txBody>
              </p:sp>
            </mc:Choice>
            <mc:Fallback xmlns=""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0517EB38-F962-4D58-AFF5-29AC80096FC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13261" y="3383977"/>
                    <a:ext cx="487634" cy="293607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b="-20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0DFD7ACF-82B1-4C38-8CBE-A973128BA756}"/>
                      </a:ext>
                    </a:extLst>
                  </p:cNvPr>
                  <p:cNvSpPr/>
                  <p:nvPr/>
                </p:nvSpPr>
                <p:spPr>
                  <a:xfrm>
                    <a:off x="3098557" y="3970223"/>
                    <a:ext cx="317395" cy="27699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oMath>
                      </m:oMathPara>
                    </a14:m>
                    <a:endParaRPr lang="en-US" sz="1200"/>
                  </a:p>
                </p:txBody>
              </p:sp>
            </mc:Choice>
            <mc:Fallback xmlns=""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0DFD7ACF-82B1-4C38-8CBE-A973128BA75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98557" y="3970223"/>
                    <a:ext cx="317395" cy="276999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7D8494C-0750-41ED-8EB4-3D5612DA493E}"/>
              </a:ext>
            </a:extLst>
          </p:cNvPr>
          <p:cNvGrpSpPr/>
          <p:nvPr/>
        </p:nvGrpSpPr>
        <p:grpSpPr>
          <a:xfrm>
            <a:off x="6975959" y="2215716"/>
            <a:ext cx="4237714" cy="1062970"/>
            <a:chOff x="6396922" y="3383977"/>
            <a:chExt cx="4237714" cy="1062970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D808919-2242-4405-8E65-D34579DAC9C7}"/>
                </a:ext>
              </a:extLst>
            </p:cNvPr>
            <p:cNvGrpSpPr/>
            <p:nvPr/>
          </p:nvGrpSpPr>
          <p:grpSpPr>
            <a:xfrm>
              <a:off x="6396922" y="3383977"/>
              <a:ext cx="1493632" cy="1062970"/>
              <a:chOff x="1922320" y="3383977"/>
              <a:chExt cx="1493632" cy="1062970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66" name="Chart 65">
                    <a:extLst>
                      <a:ext uri="{FF2B5EF4-FFF2-40B4-BE49-F238E27FC236}">
                        <a16:creationId xmlns:a16="http://schemas.microsoft.com/office/drawing/2014/main" id="{1775A19F-32AA-4A46-B0F6-FCE2DA5FB75A}"/>
                      </a:ext>
                    </a:extLst>
                  </p:cNvPr>
                  <p:cNvGraphicFramePr/>
                  <p:nvPr>
                    <p:extLst>
                      <p:ext uri="{D42A27DB-BD31-4B8C-83A1-F6EECF244321}">
                        <p14:modId xmlns:p14="http://schemas.microsoft.com/office/powerpoint/2010/main" val="2362935261"/>
                      </p:ext>
                    </p:extLst>
                  </p:nvPr>
                </p:nvGraphicFramePr>
                <p:xfrm>
                  <a:off x="1922320" y="3549154"/>
                  <a:ext cx="1346690" cy="897793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24"/>
                  </a:graphicData>
                </a:graphic>
              </p:graphicFrame>
            </mc:Choice>
            <mc:Fallback xmlns="">
              <p:graphicFrame>
                <p:nvGraphicFramePr>
                  <p:cNvPr id="66" name="Chart 65">
                    <a:extLst>
                      <a:ext uri="{FF2B5EF4-FFF2-40B4-BE49-F238E27FC236}">
                        <a16:creationId xmlns:a16="http://schemas.microsoft.com/office/drawing/2014/main" id="{1775A19F-32AA-4A46-B0F6-FCE2DA5FB75A}"/>
                      </a:ext>
                    </a:extLst>
                  </p:cNvPr>
                  <p:cNvGraphicFramePr/>
                  <p:nvPr>
                    <p:extLst>
                      <p:ext uri="{D42A27DB-BD31-4B8C-83A1-F6EECF244321}">
                        <p14:modId xmlns:p14="http://schemas.microsoft.com/office/powerpoint/2010/main" val="2362935261"/>
                      </p:ext>
                    </p:extLst>
                  </p:nvPr>
                </p:nvGraphicFramePr>
                <p:xfrm>
                  <a:off x="1922320" y="3549154"/>
                  <a:ext cx="1346690" cy="897793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25"/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Rectangle 66">
                    <a:extLst>
                      <a:ext uri="{FF2B5EF4-FFF2-40B4-BE49-F238E27FC236}">
                        <a16:creationId xmlns:a16="http://schemas.microsoft.com/office/drawing/2014/main" id="{BC86C1C3-C7FB-4A2C-A1CF-9663A72BA69E}"/>
                      </a:ext>
                    </a:extLst>
                  </p:cNvPr>
                  <p:cNvSpPr/>
                  <p:nvPr/>
                </p:nvSpPr>
                <p:spPr>
                  <a:xfrm>
                    <a:off x="2513261" y="3383977"/>
                    <a:ext cx="487633" cy="29360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HK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HK" sz="1200" i="1">
                                  <a:latin typeface="Cambria Math" panose="02040503050406030204" pitchFamily="18" charset="0"/>
                                </a:rPr>
                                <m:t>|0</m:t>
                              </m:r>
                            </m:sub>
                          </m:sSub>
                        </m:oMath>
                      </m:oMathPara>
                    </a14:m>
                    <a:endParaRPr lang="en-US" sz="1200"/>
                  </a:p>
                </p:txBody>
              </p:sp>
            </mc:Choice>
            <mc:Fallback xmlns="">
              <p:sp>
                <p:nvSpPr>
                  <p:cNvPr id="67" name="Rectangle 66">
                    <a:extLst>
                      <a:ext uri="{FF2B5EF4-FFF2-40B4-BE49-F238E27FC236}">
                        <a16:creationId xmlns:a16="http://schemas.microsoft.com/office/drawing/2014/main" id="{BC86C1C3-C7FB-4A2C-A1CF-9663A72BA69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13261" y="3383977"/>
                    <a:ext cx="487633" cy="293607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20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DC6CA52F-5655-45D3-9191-5D4B7E8ACFF5}"/>
                      </a:ext>
                    </a:extLst>
                  </p:cNvPr>
                  <p:cNvSpPr/>
                  <p:nvPr/>
                </p:nvSpPr>
                <p:spPr>
                  <a:xfrm>
                    <a:off x="3098557" y="3970223"/>
                    <a:ext cx="317395" cy="27699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oMath>
                      </m:oMathPara>
                    </a14:m>
                    <a:endParaRPr lang="en-US" sz="1200"/>
                  </a:p>
                </p:txBody>
              </p:sp>
            </mc:Choice>
            <mc:Fallback xmlns=""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DC6CA52F-5655-45D3-9191-5D4B7E8ACFF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98557" y="3970223"/>
                    <a:ext cx="317395" cy="276999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D95FD9F0-47B9-4A50-A7D2-21100EAC44F3}"/>
                </a:ext>
              </a:extLst>
            </p:cNvPr>
            <p:cNvGrpSpPr/>
            <p:nvPr/>
          </p:nvGrpSpPr>
          <p:grpSpPr>
            <a:xfrm>
              <a:off x="9141004" y="3383977"/>
              <a:ext cx="1493632" cy="1062970"/>
              <a:chOff x="1922320" y="3383977"/>
              <a:chExt cx="1493632" cy="1062970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70" name="Chart 69">
                    <a:extLst>
                      <a:ext uri="{FF2B5EF4-FFF2-40B4-BE49-F238E27FC236}">
                        <a16:creationId xmlns:a16="http://schemas.microsoft.com/office/drawing/2014/main" id="{9FCA3338-4173-4D3D-8F19-AA30E7A0063E}"/>
                      </a:ext>
                    </a:extLst>
                  </p:cNvPr>
                  <p:cNvGraphicFramePr/>
                  <p:nvPr>
                    <p:extLst>
                      <p:ext uri="{D42A27DB-BD31-4B8C-83A1-F6EECF244321}">
                        <p14:modId xmlns:p14="http://schemas.microsoft.com/office/powerpoint/2010/main" val="890710713"/>
                      </p:ext>
                    </p:extLst>
                  </p:nvPr>
                </p:nvGraphicFramePr>
                <p:xfrm>
                  <a:off x="1922320" y="3549154"/>
                  <a:ext cx="1346690" cy="897793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26"/>
                  </a:graphicData>
                </a:graphic>
              </p:graphicFrame>
            </mc:Choice>
            <mc:Fallback xmlns="">
              <p:graphicFrame>
                <p:nvGraphicFramePr>
                  <p:cNvPr id="70" name="Chart 69">
                    <a:extLst>
                      <a:ext uri="{FF2B5EF4-FFF2-40B4-BE49-F238E27FC236}">
                        <a16:creationId xmlns:a16="http://schemas.microsoft.com/office/drawing/2014/main" id="{9FCA3338-4173-4D3D-8F19-AA30E7A0063E}"/>
                      </a:ext>
                    </a:extLst>
                  </p:cNvPr>
                  <p:cNvGraphicFramePr/>
                  <p:nvPr>
                    <p:extLst>
                      <p:ext uri="{D42A27DB-BD31-4B8C-83A1-F6EECF244321}">
                        <p14:modId xmlns:p14="http://schemas.microsoft.com/office/powerpoint/2010/main" val="890710713"/>
                      </p:ext>
                    </p:extLst>
                  </p:nvPr>
                </p:nvGraphicFramePr>
                <p:xfrm>
                  <a:off x="1922320" y="3549154"/>
                  <a:ext cx="1346690" cy="897793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27"/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Rectangle 70">
                    <a:extLst>
                      <a:ext uri="{FF2B5EF4-FFF2-40B4-BE49-F238E27FC236}">
                        <a16:creationId xmlns:a16="http://schemas.microsoft.com/office/drawing/2014/main" id="{6124D161-2838-40B5-B732-9D390B103A63}"/>
                      </a:ext>
                    </a:extLst>
                  </p:cNvPr>
                  <p:cNvSpPr/>
                  <p:nvPr/>
                </p:nvSpPr>
                <p:spPr>
                  <a:xfrm>
                    <a:off x="2513261" y="3383977"/>
                    <a:ext cx="487634" cy="29360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HK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HK" sz="1200" i="1">
                                  <a:latin typeface="Cambria Math" panose="02040503050406030204" pitchFamily="18" charset="0"/>
                                </a:rPr>
                                <m:t>|1</m:t>
                              </m:r>
                            </m:sub>
                          </m:sSub>
                        </m:oMath>
                      </m:oMathPara>
                    </a14:m>
                    <a:endParaRPr lang="en-US" sz="1200"/>
                  </a:p>
                </p:txBody>
              </p:sp>
            </mc:Choice>
            <mc:Fallback xmlns="">
              <p:sp>
                <p:nvSpPr>
                  <p:cNvPr id="71" name="Rectangle 70">
                    <a:extLst>
                      <a:ext uri="{FF2B5EF4-FFF2-40B4-BE49-F238E27FC236}">
                        <a16:creationId xmlns:a16="http://schemas.microsoft.com/office/drawing/2014/main" id="{6124D161-2838-40B5-B732-9D390B103A6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13261" y="3383977"/>
                    <a:ext cx="487634" cy="293607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b="-20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Rectangle 71">
                    <a:extLst>
                      <a:ext uri="{FF2B5EF4-FFF2-40B4-BE49-F238E27FC236}">
                        <a16:creationId xmlns:a16="http://schemas.microsoft.com/office/drawing/2014/main" id="{EBB34818-F2BA-4F70-A406-CF0F87984623}"/>
                      </a:ext>
                    </a:extLst>
                  </p:cNvPr>
                  <p:cNvSpPr/>
                  <p:nvPr/>
                </p:nvSpPr>
                <p:spPr>
                  <a:xfrm>
                    <a:off x="3098557" y="3970223"/>
                    <a:ext cx="317395" cy="27699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oMath>
                      </m:oMathPara>
                    </a14:m>
                    <a:endParaRPr lang="en-US" sz="1200"/>
                  </a:p>
                </p:txBody>
              </p:sp>
            </mc:Choice>
            <mc:Fallback xmlns="">
              <p:sp>
                <p:nvSpPr>
                  <p:cNvPr id="72" name="Rectangle 71">
                    <a:extLst>
                      <a:ext uri="{FF2B5EF4-FFF2-40B4-BE49-F238E27FC236}">
                        <a16:creationId xmlns:a16="http://schemas.microsoft.com/office/drawing/2014/main" id="{EBB34818-F2BA-4F70-A406-CF0F8798462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98557" y="3970223"/>
                    <a:ext cx="317395" cy="276999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94703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End_202002171307123475_fb4f14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6756DA-D700-4413-AB49-89C443A35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How to remain greedy but </a:t>
            </a:r>
            <a:r>
              <a:rPr lang="en-US" dirty="0"/>
              <a:t>not</a:t>
            </a:r>
            <a:r>
              <a:rPr lang="en-HK" dirty="0"/>
              <a:t> myopic?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HighlightTextShape201801081809035163">
                <a:extLst>
                  <a:ext uri="{FF2B5EF4-FFF2-40B4-BE49-F238E27FC236}">
                    <a16:creationId xmlns:a16="http://schemas.microsoft.com/office/drawing/2014/main" id="{F7881F49-7CBF-4A55-8746-3B96DCD2AF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HK" sz="2200" dirty="0"/>
                  <a:t>Find better </a:t>
                </a:r>
                <a:r>
                  <a:rPr lang="en-HK" sz="2200" b="1" dirty="0" err="1"/>
                  <a:t>i</a:t>
                </a:r>
                <a:r>
                  <a:rPr lang="en-HK" sz="2200" b="1" dirty="0"/>
                  <a:t>___________ measures</a:t>
                </a:r>
                <a:r>
                  <a:rPr lang="en-HK" sz="2200" dirty="0"/>
                  <a:t> than misclassification rate.</a:t>
                </a:r>
              </a:p>
              <a:p>
                <a:r>
                  <a:rPr lang="en-HK" sz="2200" dirty="0"/>
                  <a:t>How to measure impurity?</a:t>
                </a:r>
              </a:p>
              <a:p>
                <a:r>
                  <a:rPr lang="en-HK" sz="2200" dirty="0"/>
                  <a:t>E.g., order the following distributions in ascending order of impurities:</a:t>
                </a:r>
              </a:p>
              <a:p>
                <a:pPr marL="0" indent="0">
                  <a:buNone/>
                </a:pPr>
                <a:endParaRPr lang="en-HK" sz="2200" dirty="0"/>
              </a:p>
              <a:p>
                <a:pPr marL="0" indent="0">
                  <a:buNone/>
                </a:pPr>
                <a:r>
                  <a:rPr lang="en-HK" sz="2200" dirty="0"/>
                  <a:t>___ (purest) &lt; ___&lt; ___&lt; </a:t>
                </a:r>
                <a:r>
                  <a:rPr lang="en-HK" sz="2000" dirty="0"/>
                  <a:t>___</a:t>
                </a:r>
              </a:p>
              <a:p>
                <a:pPr marL="0" indent="0">
                  <a:buNone/>
                </a:pPr>
                <a:endParaRPr lang="en-HK" sz="2000" dirty="0"/>
              </a:p>
              <a:p>
                <a:r>
                  <a:rPr lang="en-HK" sz="2000" dirty="0"/>
                  <a:t>Given a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HK" sz="2000" dirty="0"/>
                  <a:t> </a:t>
                </a:r>
                <a:r>
                  <a:rPr lang="en-US" sz="2000" dirty="0"/>
                  <a:t>of the class values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HK" sz="2000" dirty="0"/>
                  <a:t>, how to define a non-negative function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HK" sz="2000" dirty="0"/>
                  <a:t>’s that respect the above ordering?</a:t>
                </a:r>
              </a:p>
              <a:p>
                <a:pPr marL="0" indent="0">
                  <a:buNone/>
                </a:pPr>
                <a:r>
                  <a:rPr lang="en-HK" sz="2000" dirty="0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1−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HK" dirty="0">
                    <a:latin typeface="Cambria Math" panose="02040503050406030204" pitchFamily="18" charset="0"/>
                  </a:rPr>
                  <a:t> works? </a:t>
                </a:r>
                <a:r>
                  <a:rPr lang="en-HK" u="sng" dirty="0">
                    <a:latin typeface="Cambria Math" panose="02040503050406030204" pitchFamily="18" charset="0"/>
                  </a:rPr>
                  <a:t>Yes/No</a:t>
                </a:r>
                <a:r>
                  <a:rPr lang="en-HK" dirty="0"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1−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HK" dirty="0">
                    <a:latin typeface="Cambria Math" panose="02040503050406030204" pitchFamily="18" charset="0"/>
                  </a:rPr>
                  <a:t> works? </a:t>
                </a:r>
                <a:r>
                  <a:rPr lang="en-HK" u="sng" dirty="0">
                    <a:latin typeface="Cambria Math" panose="02040503050406030204" pitchFamily="18" charset="0"/>
                  </a:rPr>
                  <a:t>Yes/No</a:t>
                </a:r>
                <a:endParaRPr lang="en-HK" dirty="0">
                  <a:latin typeface="Cambria Math" panose="02040503050406030204" pitchFamily="18" charset="0"/>
                </a:endParaRPr>
              </a:p>
              <a:p>
                <a:endParaRPr lang="en-HK" sz="2000" dirty="0"/>
              </a:p>
            </p:txBody>
          </p:sp>
        </mc:Choice>
        <mc:Fallback xmlns="">
          <p:sp>
            <p:nvSpPr>
              <p:cNvPr id="4" name="HighlightTextShape201801081809035163">
                <a:extLst>
                  <a:ext uri="{FF2B5EF4-FFF2-40B4-BE49-F238E27FC236}">
                    <a16:creationId xmlns:a16="http://schemas.microsoft.com/office/drawing/2014/main" id="{F7881F49-7CBF-4A55-8746-3B96DCD2AF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 t="-2097" b="-12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B059AC-AD51-4BAA-AA58-803F1DFCA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B905AA3-16D1-4BAF-A1B1-4034123E4873}"/>
              </a:ext>
            </a:extLst>
          </p:cNvPr>
          <p:cNvGrpSpPr/>
          <p:nvPr/>
        </p:nvGrpSpPr>
        <p:grpSpPr>
          <a:xfrm>
            <a:off x="5096089" y="3388848"/>
            <a:ext cx="6149031" cy="1267125"/>
            <a:chOff x="5096089" y="2832129"/>
            <a:chExt cx="6149031" cy="1267125"/>
          </a:xfrm>
        </p:grpSpPr>
        <p:graphicFrame>
          <p:nvGraphicFramePr>
            <p:cNvPr id="6" name="Chart 5">
              <a:extLst>
                <a:ext uri="{FF2B5EF4-FFF2-40B4-BE49-F238E27FC236}">
                  <a16:creationId xmlns:a16="http://schemas.microsoft.com/office/drawing/2014/main" id="{F620A778-21EC-4AE1-BD65-D94AA824E5B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201275328"/>
                </p:ext>
              </p:extLst>
            </p:nvPr>
          </p:nvGraphicFramePr>
          <p:xfrm>
            <a:off x="9898430" y="3201461"/>
            <a:ext cx="1346690" cy="89779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7" name="Chart 6">
              <a:extLst>
                <a:ext uri="{FF2B5EF4-FFF2-40B4-BE49-F238E27FC236}">
                  <a16:creationId xmlns:a16="http://schemas.microsoft.com/office/drawing/2014/main" id="{883063C1-489C-499E-8472-347ADC9C764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49116475"/>
                </p:ext>
              </p:extLst>
            </p:nvPr>
          </p:nvGraphicFramePr>
          <p:xfrm>
            <a:off x="6697937" y="3201461"/>
            <a:ext cx="1346690" cy="89779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8" name="Chart 7">
              <a:extLst>
                <a:ext uri="{FF2B5EF4-FFF2-40B4-BE49-F238E27FC236}">
                  <a16:creationId xmlns:a16="http://schemas.microsoft.com/office/drawing/2014/main" id="{6D208EDC-C19F-4022-8E47-2A9E92949B5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94249984"/>
                </p:ext>
              </p:extLst>
            </p:nvPr>
          </p:nvGraphicFramePr>
          <p:xfrm>
            <a:off x="5096089" y="3201461"/>
            <a:ext cx="1346690" cy="89779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aphicFrame>
          <p:nvGraphicFramePr>
            <p:cNvPr id="10" name="Chart 9">
              <a:extLst>
                <a:ext uri="{FF2B5EF4-FFF2-40B4-BE49-F238E27FC236}">
                  <a16:creationId xmlns:a16="http://schemas.microsoft.com/office/drawing/2014/main" id="{5A6DC223-2EA3-478E-9DA0-0F6C8BCE39B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992602228"/>
                </p:ext>
              </p:extLst>
            </p:nvPr>
          </p:nvGraphicFramePr>
          <p:xfrm>
            <a:off x="8298182" y="3201461"/>
            <a:ext cx="1346690" cy="89779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A7B4BE-3B3C-407A-AA7E-D90B4AEBC855}"/>
                </a:ext>
              </a:extLst>
            </p:cNvPr>
            <p:cNvSpPr txBox="1"/>
            <p:nvPr/>
          </p:nvSpPr>
          <p:spPr>
            <a:xfrm>
              <a:off x="5590801" y="2832129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/>
                <a:t>(</a:t>
              </a:r>
              <a:r>
                <a:rPr lang="en-US" b="1" err="1"/>
                <a:t>i</a:t>
              </a:r>
              <a:r>
                <a:rPr lang="en-US" b="1"/>
                <a:t>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ED34764-6FF1-4B40-BF1E-5064476399C4}"/>
                </a:ext>
              </a:extLst>
            </p:cNvPr>
            <p:cNvSpPr txBox="1"/>
            <p:nvPr/>
          </p:nvSpPr>
          <p:spPr>
            <a:xfrm>
              <a:off x="7191046" y="2832129"/>
              <a:ext cx="4732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/>
                <a:t>(ii)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D662959-05CB-4F78-A38F-9DDA2E8EC39F}"/>
                </a:ext>
              </a:extLst>
            </p:cNvPr>
            <p:cNvSpPr txBox="1"/>
            <p:nvPr/>
          </p:nvSpPr>
          <p:spPr>
            <a:xfrm>
              <a:off x="8792894" y="2832129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/>
                <a:t>(iii)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30E51E0-BEAF-4BD4-8B67-DCC5AD1633BB}"/>
                </a:ext>
              </a:extLst>
            </p:cNvPr>
            <p:cNvSpPr txBox="1"/>
            <p:nvPr/>
          </p:nvSpPr>
          <p:spPr>
            <a:xfrm>
              <a:off x="10393139" y="2832129"/>
              <a:ext cx="5469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/>
                <a:t>(iv)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284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0418F-96D7-4CF8-9CBA-C1C16C0B5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Gini impurity index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91636B-B107-40E4-9E2E-91587F2706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31490" y="1648691"/>
                <a:ext cx="9840164" cy="436905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sz="2000" smtClean="0"/>
                        <m:t>Gini</m:t>
                      </m:r>
                      <m:d>
                        <m:dPr>
                          <m:ctrlPr>
                            <a:rPr lang="en-HK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HK" sz="200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HK" sz="2000" i="1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≔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HK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HK" sz="200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HK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sz="200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HK" sz="200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HK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HK" sz="200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HK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sz="200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HK" sz="200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HK" sz="2000" dirty="0"/>
              </a:p>
              <a:p>
                <a:pPr marL="0" indent="0">
                  <a:buNone/>
                </a:pPr>
                <a:endParaRPr lang="en-HK" sz="2000" dirty="0"/>
              </a:p>
              <a:p>
                <a:pPr marL="0" indent="0">
                  <a:buNone/>
                </a:pPr>
                <a:endParaRPr lang="en-HK" sz="2000" dirty="0"/>
              </a:p>
              <a:p>
                <a:pPr marL="0" indent="0">
                  <a:buNone/>
                </a:pPr>
                <a:endParaRPr lang="en-HK" sz="2000" dirty="0"/>
              </a:p>
              <a:p>
                <a:pPr marL="0" indent="0">
                  <a:buNone/>
                </a:pPr>
                <a:endParaRPr lang="en-HK" sz="2000" dirty="0"/>
              </a:p>
              <a:p>
                <a:pPr marL="0" indent="0">
                  <a:buNone/>
                </a:pPr>
                <a:endParaRPr lang="en-HK" sz="2000" dirty="0"/>
              </a:p>
              <a:p>
                <a:pPr marL="0" indent="0">
                  <a:buNone/>
                </a:pPr>
                <a:endParaRPr lang="en-HK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91636B-B107-40E4-9E2E-91587F2706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31490" y="1648691"/>
                <a:ext cx="9840164" cy="436905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38FBE-2684-410A-B61D-2A431D2EC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D9E4D90-B514-4656-B41E-24C96940197F}"/>
              </a:ext>
            </a:extLst>
          </p:cNvPr>
          <p:cNvGrpSpPr/>
          <p:nvPr/>
        </p:nvGrpSpPr>
        <p:grpSpPr>
          <a:xfrm>
            <a:off x="2347882" y="2534197"/>
            <a:ext cx="7121861" cy="897793"/>
            <a:chOff x="2347882" y="2534197"/>
            <a:chExt cx="7121861" cy="897793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9" name="Chart 8">
                  <a:extLst>
                    <a:ext uri="{FF2B5EF4-FFF2-40B4-BE49-F238E27FC236}">
                      <a16:creationId xmlns:a16="http://schemas.microsoft.com/office/drawing/2014/main" id="{CF84A73F-D912-4F5B-9E06-3397C775B20B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323431003"/>
                    </p:ext>
                  </p:extLst>
                </p:nvPr>
              </p:nvGraphicFramePr>
              <p:xfrm>
                <a:off x="3373923" y="2534197"/>
                <a:ext cx="1346690" cy="89779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3"/>
                </a:graphicData>
              </a:graphic>
            </p:graphicFrame>
          </mc:Choice>
          <mc:Fallback xmlns="">
            <p:graphicFrame>
              <p:nvGraphicFramePr>
                <p:cNvPr id="9" name="Chart 8">
                  <a:extLst>
                    <a:ext uri="{FF2B5EF4-FFF2-40B4-BE49-F238E27FC236}">
                      <a16:creationId xmlns:a16="http://schemas.microsoft.com/office/drawing/2014/main" id="{CF84A73F-D912-4F5B-9E06-3397C775B20B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323431003"/>
                    </p:ext>
                  </p:extLst>
                </p:nvPr>
              </p:nvGraphicFramePr>
              <p:xfrm>
                <a:off x="3373923" y="2534197"/>
                <a:ext cx="1346690" cy="89779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4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0" name="Chart 9">
                  <a:extLst>
                    <a:ext uri="{FF2B5EF4-FFF2-40B4-BE49-F238E27FC236}">
                      <a16:creationId xmlns:a16="http://schemas.microsoft.com/office/drawing/2014/main" id="{3B825180-C006-4A71-8EE9-4641D1CF6402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1201995823"/>
                    </p:ext>
                  </p:extLst>
                </p:nvPr>
              </p:nvGraphicFramePr>
              <p:xfrm>
                <a:off x="4955163" y="2534197"/>
                <a:ext cx="1346690" cy="89779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5"/>
                </a:graphicData>
              </a:graphic>
            </p:graphicFrame>
          </mc:Choice>
          <mc:Fallback xmlns="">
            <p:graphicFrame>
              <p:nvGraphicFramePr>
                <p:cNvPr id="10" name="Chart 9">
                  <a:extLst>
                    <a:ext uri="{FF2B5EF4-FFF2-40B4-BE49-F238E27FC236}">
                      <a16:creationId xmlns:a16="http://schemas.microsoft.com/office/drawing/2014/main" id="{3B825180-C006-4A71-8EE9-4641D1CF6402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1201995823"/>
                    </p:ext>
                  </p:extLst>
                </p:nvPr>
              </p:nvGraphicFramePr>
              <p:xfrm>
                <a:off x="4955163" y="2534197"/>
                <a:ext cx="1346690" cy="89779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6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1" name="Chart 10">
                  <a:extLst>
                    <a:ext uri="{FF2B5EF4-FFF2-40B4-BE49-F238E27FC236}">
                      <a16:creationId xmlns:a16="http://schemas.microsoft.com/office/drawing/2014/main" id="{918EEBBC-1A79-4A60-BCD8-C1A033A451A6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3362320143"/>
                    </p:ext>
                  </p:extLst>
                </p:nvPr>
              </p:nvGraphicFramePr>
              <p:xfrm>
                <a:off x="6537359" y="2534197"/>
                <a:ext cx="1346690" cy="89779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7"/>
                </a:graphicData>
              </a:graphic>
            </p:graphicFrame>
          </mc:Choice>
          <mc:Fallback xmlns="">
            <p:graphicFrame>
              <p:nvGraphicFramePr>
                <p:cNvPr id="11" name="Chart 10">
                  <a:extLst>
                    <a:ext uri="{FF2B5EF4-FFF2-40B4-BE49-F238E27FC236}">
                      <a16:creationId xmlns:a16="http://schemas.microsoft.com/office/drawing/2014/main" id="{918EEBBC-1A79-4A60-BCD8-C1A033A451A6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3362320143"/>
                    </p:ext>
                  </p:extLst>
                </p:nvPr>
              </p:nvGraphicFramePr>
              <p:xfrm>
                <a:off x="6537359" y="2534197"/>
                <a:ext cx="1346690" cy="89779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8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2" name="Chart 11">
                  <a:extLst>
                    <a:ext uri="{FF2B5EF4-FFF2-40B4-BE49-F238E27FC236}">
                      <a16:creationId xmlns:a16="http://schemas.microsoft.com/office/drawing/2014/main" id="{6C4B2851-0A0C-4FBD-B5D6-9FF1AD13F381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291476473"/>
                    </p:ext>
                  </p:extLst>
                </p:nvPr>
              </p:nvGraphicFramePr>
              <p:xfrm>
                <a:off x="8123053" y="2534197"/>
                <a:ext cx="1346690" cy="89779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9"/>
                </a:graphicData>
              </a:graphic>
            </p:graphicFrame>
          </mc:Choice>
          <mc:Fallback xmlns="">
            <p:graphicFrame>
              <p:nvGraphicFramePr>
                <p:cNvPr id="12" name="Chart 11">
                  <a:extLst>
                    <a:ext uri="{FF2B5EF4-FFF2-40B4-BE49-F238E27FC236}">
                      <a16:creationId xmlns:a16="http://schemas.microsoft.com/office/drawing/2014/main" id="{6C4B2851-0A0C-4FBD-B5D6-9FF1AD13F381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291476473"/>
                    </p:ext>
                  </p:extLst>
                </p:nvPr>
              </p:nvGraphicFramePr>
              <p:xfrm>
                <a:off x="8123053" y="2534197"/>
                <a:ext cx="1346690" cy="89779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10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C787F352-91BB-4D0D-8374-F74F6C00C26C}"/>
                    </a:ext>
                  </a:extLst>
                </p:cNvPr>
                <p:cNvSpPr/>
                <p:nvPr/>
              </p:nvSpPr>
              <p:spPr>
                <a:xfrm>
                  <a:off x="2347882" y="2695488"/>
                  <a:ext cx="48680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HK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HK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C787F352-91BB-4D0D-8374-F74F6C00C2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7882" y="2695488"/>
                  <a:ext cx="486800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98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8D28B0C-C0EB-4E42-8ECE-5B9C2CFD58B9}"/>
              </a:ext>
            </a:extLst>
          </p:cNvPr>
          <p:cNvGrpSpPr/>
          <p:nvPr/>
        </p:nvGrpSpPr>
        <p:grpSpPr>
          <a:xfrm>
            <a:off x="2312969" y="3377454"/>
            <a:ext cx="7149747" cy="914363"/>
            <a:chOff x="2312969" y="3377454"/>
            <a:chExt cx="7149747" cy="914363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0" name="Chart 19">
                  <a:extLst>
                    <a:ext uri="{FF2B5EF4-FFF2-40B4-BE49-F238E27FC236}">
                      <a16:creationId xmlns:a16="http://schemas.microsoft.com/office/drawing/2014/main" id="{882E9E89-42E3-4799-838D-5F965E9E449B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3977564950"/>
                    </p:ext>
                  </p:extLst>
                </p:nvPr>
              </p:nvGraphicFramePr>
              <p:xfrm>
                <a:off x="6537359" y="3394024"/>
                <a:ext cx="1346690" cy="89779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12"/>
                </a:graphicData>
              </a:graphic>
            </p:graphicFrame>
          </mc:Choice>
          <mc:Fallback xmlns="">
            <p:graphicFrame>
              <p:nvGraphicFramePr>
                <p:cNvPr id="20" name="Chart 19">
                  <a:extLst>
                    <a:ext uri="{FF2B5EF4-FFF2-40B4-BE49-F238E27FC236}">
                      <a16:creationId xmlns:a16="http://schemas.microsoft.com/office/drawing/2014/main" id="{882E9E89-42E3-4799-838D-5F965E9E449B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3977564950"/>
                    </p:ext>
                  </p:extLst>
                </p:nvPr>
              </p:nvGraphicFramePr>
              <p:xfrm>
                <a:off x="6537359" y="3394024"/>
                <a:ext cx="1346690" cy="89779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13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614E4B37-62DB-438E-A611-6A10CE43BC00}"/>
                    </a:ext>
                  </a:extLst>
                </p:cNvPr>
                <p:cNvSpPr/>
                <p:nvPr/>
              </p:nvSpPr>
              <p:spPr>
                <a:xfrm>
                  <a:off x="2312969" y="3377454"/>
                  <a:ext cx="489429" cy="38029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614E4B37-62DB-438E-A611-6A10CE43BC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2969" y="3377454"/>
                  <a:ext cx="489429" cy="380297"/>
                </a:xfrm>
                <a:prstGeom prst="rect">
                  <a:avLst/>
                </a:prstGeom>
                <a:blipFill>
                  <a:blip r:embed="rId14"/>
                  <a:stretch>
                    <a:fillRect b="-96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6" name="Chart 25">
                  <a:extLst>
                    <a:ext uri="{FF2B5EF4-FFF2-40B4-BE49-F238E27FC236}">
                      <a16:creationId xmlns:a16="http://schemas.microsoft.com/office/drawing/2014/main" id="{7B8F8970-1537-438B-8377-E39AB550FADA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796075258"/>
                    </p:ext>
                  </p:extLst>
                </p:nvPr>
              </p:nvGraphicFramePr>
              <p:xfrm>
                <a:off x="4950848" y="3391288"/>
                <a:ext cx="1346690" cy="89779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15"/>
                </a:graphicData>
              </a:graphic>
            </p:graphicFrame>
          </mc:Choice>
          <mc:Fallback xmlns="">
            <p:graphicFrame>
              <p:nvGraphicFramePr>
                <p:cNvPr id="26" name="Chart 25">
                  <a:extLst>
                    <a:ext uri="{FF2B5EF4-FFF2-40B4-BE49-F238E27FC236}">
                      <a16:creationId xmlns:a16="http://schemas.microsoft.com/office/drawing/2014/main" id="{7B8F8970-1537-438B-8377-E39AB550FADA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796075258"/>
                    </p:ext>
                  </p:extLst>
                </p:nvPr>
              </p:nvGraphicFramePr>
              <p:xfrm>
                <a:off x="4950848" y="3391288"/>
                <a:ext cx="1346690" cy="89779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16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7" name="Chart 26">
                  <a:extLst>
                    <a:ext uri="{FF2B5EF4-FFF2-40B4-BE49-F238E27FC236}">
                      <a16:creationId xmlns:a16="http://schemas.microsoft.com/office/drawing/2014/main" id="{7A9DE9D8-4BA9-4925-852A-D1C43900D807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3307232285"/>
                    </p:ext>
                  </p:extLst>
                </p:nvPr>
              </p:nvGraphicFramePr>
              <p:xfrm>
                <a:off x="8116026" y="3388552"/>
                <a:ext cx="1346690" cy="89779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17"/>
                </a:graphicData>
              </a:graphic>
            </p:graphicFrame>
          </mc:Choice>
          <mc:Fallback xmlns="">
            <p:graphicFrame>
              <p:nvGraphicFramePr>
                <p:cNvPr id="27" name="Chart 26">
                  <a:extLst>
                    <a:ext uri="{FF2B5EF4-FFF2-40B4-BE49-F238E27FC236}">
                      <a16:creationId xmlns:a16="http://schemas.microsoft.com/office/drawing/2014/main" id="{7A9DE9D8-4BA9-4925-852A-D1C43900D807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3307232285"/>
                    </p:ext>
                  </p:extLst>
                </p:nvPr>
              </p:nvGraphicFramePr>
              <p:xfrm>
                <a:off x="8116026" y="3388552"/>
                <a:ext cx="1346690" cy="89779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18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8" name="Chart 27">
                  <a:extLst>
                    <a:ext uri="{FF2B5EF4-FFF2-40B4-BE49-F238E27FC236}">
                      <a16:creationId xmlns:a16="http://schemas.microsoft.com/office/drawing/2014/main" id="{BCF7E94A-AECC-4F20-9852-CD466CFF2FC5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2833185216"/>
                    </p:ext>
                  </p:extLst>
                </p:nvPr>
              </p:nvGraphicFramePr>
              <p:xfrm>
                <a:off x="3364181" y="3385816"/>
                <a:ext cx="1346690" cy="89779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19"/>
                </a:graphicData>
              </a:graphic>
            </p:graphicFrame>
          </mc:Choice>
          <mc:Fallback xmlns="">
            <p:graphicFrame>
              <p:nvGraphicFramePr>
                <p:cNvPr id="28" name="Chart 27">
                  <a:extLst>
                    <a:ext uri="{FF2B5EF4-FFF2-40B4-BE49-F238E27FC236}">
                      <a16:creationId xmlns:a16="http://schemas.microsoft.com/office/drawing/2014/main" id="{BCF7E94A-AECC-4F20-9852-CD466CFF2FC5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2833185216"/>
                    </p:ext>
                  </p:extLst>
                </p:nvPr>
              </p:nvGraphicFramePr>
              <p:xfrm>
                <a:off x="3364181" y="3385816"/>
                <a:ext cx="1346690" cy="89779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20"/>
                </a:graphicData>
              </a:graphic>
            </p:graphicFrame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F750951-87E2-4E97-86D6-7F73907BC444}"/>
              </a:ext>
            </a:extLst>
          </p:cNvPr>
          <p:cNvGrpSpPr/>
          <p:nvPr/>
        </p:nvGrpSpPr>
        <p:grpSpPr>
          <a:xfrm>
            <a:off x="2003021" y="4681333"/>
            <a:ext cx="7294546" cy="379836"/>
            <a:chOff x="2003021" y="4681333"/>
            <a:chExt cx="7294546" cy="3798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625BDC5-1923-4EE2-A1E2-965EC57826EA}"/>
                    </a:ext>
                  </a:extLst>
                </p:cNvPr>
                <p:cNvSpPr/>
                <p:nvPr/>
              </p:nvSpPr>
              <p:spPr>
                <a:xfrm>
                  <a:off x="2003021" y="4691837"/>
                  <a:ext cx="104342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HK"/>
                          <m:t>Gini</m:t>
                        </m:r>
                        <m:d>
                          <m:dPr>
                            <m:ctrlPr>
                              <a:rPr lang="en-HK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HK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625BDC5-1923-4EE2-A1E2-965EC57826E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3021" y="4691837"/>
                  <a:ext cx="1043426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094DD8A-9864-48B8-B199-FA4CE8EEBA83}"/>
                </a:ext>
              </a:extLst>
            </p:cNvPr>
            <p:cNvSpPr/>
            <p:nvPr/>
          </p:nvSpPr>
          <p:spPr>
            <a:xfrm>
              <a:off x="7081619" y="4681333"/>
              <a:ext cx="76174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_____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36751C46-DAB1-4283-B6FF-064831220F2F}"/>
                    </a:ext>
                  </a:extLst>
                </p:cNvPr>
                <p:cNvSpPr/>
                <p:nvPr/>
              </p:nvSpPr>
              <p:spPr>
                <a:xfrm>
                  <a:off x="5477383" y="4681333"/>
                  <a:ext cx="55335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36751C46-DAB1-4283-B6FF-064831220F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7383" y="4681333"/>
                  <a:ext cx="55335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B4D22B2-50D4-496B-B235-AE6BC04C0364}"/>
                </a:ext>
              </a:extLst>
            </p:cNvPr>
            <p:cNvSpPr/>
            <p:nvPr/>
          </p:nvSpPr>
          <p:spPr>
            <a:xfrm>
              <a:off x="8535820" y="4681333"/>
              <a:ext cx="76174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_____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DB3F20D9-C03C-42F4-A60C-6B78B76A0828}"/>
                    </a:ext>
                  </a:extLst>
                </p:cNvPr>
                <p:cNvSpPr/>
                <p:nvPr/>
              </p:nvSpPr>
              <p:spPr>
                <a:xfrm>
                  <a:off x="3823976" y="4681333"/>
                  <a:ext cx="37702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DB3F20D9-C03C-42F4-A60C-6B78B76A08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3976" y="4681333"/>
                  <a:ext cx="377026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608A27B-E952-443F-B1AA-6E628D4FA08A}"/>
              </a:ext>
            </a:extLst>
          </p:cNvPr>
          <p:cNvGrpSpPr/>
          <p:nvPr/>
        </p:nvGrpSpPr>
        <p:grpSpPr>
          <a:xfrm>
            <a:off x="2003021" y="4280681"/>
            <a:ext cx="7294546" cy="390865"/>
            <a:chOff x="2003021" y="4280681"/>
            <a:chExt cx="7294546" cy="3908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E6642D3F-CF8B-43B7-8948-4E257F1FBC0E}"/>
                    </a:ext>
                  </a:extLst>
                </p:cNvPr>
                <p:cNvSpPr/>
                <p:nvPr/>
              </p:nvSpPr>
              <p:spPr>
                <a:xfrm>
                  <a:off x="2003021" y="4291185"/>
                  <a:ext cx="799001" cy="38036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a14:m>
                  <a:r>
                    <a:rPr lang="en-US"/>
                    <a:t> </a:t>
                  </a:r>
                </a:p>
              </p:txBody>
            </p:sp>
          </mc:Choice>
          <mc:Fallback xmlns="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E6642D3F-CF8B-43B7-8948-4E257F1FBC0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3021" y="4291185"/>
                  <a:ext cx="799001" cy="380361"/>
                </a:xfrm>
                <a:prstGeom prst="rect">
                  <a:avLst/>
                </a:prstGeom>
                <a:blipFill>
                  <a:blip r:embed="rId24"/>
                  <a:stretch>
                    <a:fillRect l="-42748" t="-112903" r="-41221" b="-1838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7C8372A-A5E8-4E6C-9FEF-986DA5BA9D7B}"/>
                </a:ext>
              </a:extLst>
            </p:cNvPr>
            <p:cNvSpPr/>
            <p:nvPr/>
          </p:nvSpPr>
          <p:spPr>
            <a:xfrm>
              <a:off x="7081619" y="4280681"/>
              <a:ext cx="76174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_____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696E9023-E028-4CC5-9289-F3DAB0135D1D}"/>
                    </a:ext>
                  </a:extLst>
                </p:cNvPr>
                <p:cNvSpPr/>
                <p:nvPr/>
              </p:nvSpPr>
              <p:spPr>
                <a:xfrm>
                  <a:off x="5477383" y="4280681"/>
                  <a:ext cx="55335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696E9023-E028-4CC5-9289-F3DAB0135D1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7383" y="4280681"/>
                  <a:ext cx="553357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81AD9AC-2D5D-4E3F-B2C9-862A56D26AA7}"/>
                </a:ext>
              </a:extLst>
            </p:cNvPr>
            <p:cNvSpPr/>
            <p:nvPr/>
          </p:nvSpPr>
          <p:spPr>
            <a:xfrm>
              <a:off x="8535820" y="4280681"/>
              <a:ext cx="76174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_____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DD6598C6-F4FD-4EB5-9B53-22C394A1D213}"/>
                    </a:ext>
                  </a:extLst>
                </p:cNvPr>
                <p:cNvSpPr/>
                <p:nvPr/>
              </p:nvSpPr>
              <p:spPr>
                <a:xfrm>
                  <a:off x="3823976" y="4280681"/>
                  <a:ext cx="37702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DD6598C6-F4FD-4EB5-9B53-22C394A1D2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3976" y="4280681"/>
                  <a:ext cx="377026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33880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B51A2-0276-4A92-8DA7-FF0B08414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it works?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8EEBE-C1E7-4B11-9789-232846920F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,…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HK" sz="1800" dirty="0">
                    <a:solidFill>
                      <a:schemeClr val="tx1"/>
                    </a:solidFill>
                  </a:rPr>
                  <a:t>. Equality </a:t>
                </a:r>
                <a:r>
                  <a:rPr lang="en-HK" sz="1800" dirty="0" err="1">
                    <a:solidFill>
                      <a:schemeClr val="tx1"/>
                    </a:solidFill>
                  </a:rPr>
                  <a:t>iff</a:t>
                </a:r>
                <a:r>
                  <a:rPr lang="en-HK" sz="1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HK" sz="1800" dirty="0">
                    <a:solidFill>
                      <a:schemeClr val="tx1"/>
                    </a:solidFill>
                  </a:rPr>
                  <a:t>. Why?</a:t>
                </a:r>
                <a:br>
                  <a:rPr lang="en-HK" sz="1800" dirty="0">
                    <a:solidFill>
                      <a:schemeClr val="tx1"/>
                    </a:solidFill>
                  </a:rPr>
                </a:br>
                <a:br>
                  <a:rPr lang="en-HK" sz="1800" dirty="0">
                    <a:solidFill>
                      <a:schemeClr val="tx1"/>
                    </a:solidFill>
                  </a:rPr>
                </a:br>
                <a:br>
                  <a:rPr lang="en-HK" sz="1800" dirty="0">
                    <a:solidFill>
                      <a:schemeClr val="tx1"/>
                    </a:solidFill>
                  </a:rPr>
                </a:br>
                <a:br>
                  <a:rPr lang="en-HK" sz="1800" dirty="0">
                    <a:solidFill>
                      <a:schemeClr val="tx1"/>
                    </a:solidFill>
                  </a:rPr>
                </a:br>
                <a:endParaRPr lang="en-HK" sz="18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,…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≤1−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HK" sz="1800" dirty="0"/>
                  <a:t>. Equality </a:t>
                </a:r>
                <a:r>
                  <a:rPr lang="en-HK" sz="1800" dirty="0" err="1"/>
                  <a:t>iff</a:t>
                </a:r>
                <a:r>
                  <a:rPr lang="en-HK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HK" sz="1800" dirty="0"/>
                  <a:t>_________. Why?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8EEBE-C1E7-4B11-9789-232846920F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15" t="-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60194-A807-40A8-A859-1EEE4837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859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6AC7FE-26EC-4E18-AF2E-611EB9CCB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Finding the best split using Gini impurity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0ABFE4-01FA-4AC3-BE34-15C158723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5">
                <a:extLst>
                  <a:ext uri="{FF2B5EF4-FFF2-40B4-BE49-F238E27FC236}">
                    <a16:creationId xmlns:a16="http://schemas.microsoft.com/office/drawing/2014/main" id="{C6CC341F-02E2-4FDF-A6B4-F8A63F2B7D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46886" y="1905000"/>
                <a:ext cx="9305761" cy="1086691"/>
              </a:xfrm>
              <a:prstGeom prst="rect">
                <a:avLst/>
              </a:prstGeom>
            </p:spPr>
            <p:txBody>
              <a:bodyPr vert="horz" lIns="91440" tIns="45720" rIns="91440" bIns="45720" numCol="1" rtlCol="0">
                <a:normAutofit lnSpcReduction="10000"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HK" dirty="0"/>
                  <a:t>Minimize the Gini impurity given </a:t>
                </a:r>
                <a14:m>
                  <m:oMath xmlns:m="http://schemas.openxmlformats.org/officeDocument/2006/math">
                    <m:r>
                      <a:rPr lang="en-HK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HK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HK">
                              <a:latin typeface="Cambria Math" panose="02040503050406030204" pitchFamily="18" charset="0"/>
                            </a:rPr>
                            <m:t>Gini</m:t>
                          </m:r>
                        </m:e>
                        <m:sub>
                          <m:r>
                            <a:rPr lang="en-HK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H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HK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HK" i="1">
                          <a:latin typeface="Cambria Math" panose="02040503050406030204" pitchFamily="18" charset="0"/>
                        </a:rPr>
                        <m:t>≔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HK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HK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HK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HK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HK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HK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HK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HK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  <m:r>
                            <m:rPr>
                              <m:nor/>
                            </m:rPr>
                            <a:rPr lang="en-HK">
                              <a:latin typeface="Cambria Math" panose="02040503050406030204" pitchFamily="18" charset="0"/>
                            </a:rPr>
                            <m:t>Gini</m:t>
                          </m:r>
                          <m:d>
                            <m:dPr>
                              <m:ctrlPr>
                                <a:rPr lang="en-H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H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HK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HK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Content Placeholder 5">
                <a:extLst>
                  <a:ext uri="{FF2B5EF4-FFF2-40B4-BE49-F238E27FC236}">
                    <a16:creationId xmlns:a16="http://schemas.microsoft.com/office/drawing/2014/main" id="{C6CC341F-02E2-4FDF-A6B4-F8A63F2B7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886" y="1905000"/>
                <a:ext cx="9305761" cy="1086691"/>
              </a:xfrm>
              <a:prstGeom prst="rect">
                <a:avLst/>
              </a:prstGeom>
              <a:blipFill>
                <a:blip r:embed="rId2"/>
                <a:stretch>
                  <a:fillRect l="-459" t="-6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4">
            <a:extLst>
              <a:ext uri="{FF2B5EF4-FFF2-40B4-BE49-F238E27FC236}">
                <a16:creationId xmlns:a16="http://schemas.microsoft.com/office/drawing/2014/main" id="{69DD59C3-52E7-424A-A785-6E840E6595DC}"/>
              </a:ext>
            </a:extLst>
          </p:cNvPr>
          <p:cNvGrpSpPr/>
          <p:nvPr/>
        </p:nvGrpSpPr>
        <p:grpSpPr>
          <a:xfrm>
            <a:off x="8547218" y="3109183"/>
            <a:ext cx="1921216" cy="1626190"/>
            <a:chOff x="6994943" y="1610086"/>
            <a:chExt cx="1921216" cy="1626190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2" name="Content Placeholder 27">
                  <a:extLst>
                    <a:ext uri="{FF2B5EF4-FFF2-40B4-BE49-F238E27FC236}">
                      <a16:creationId xmlns:a16="http://schemas.microsoft.com/office/drawing/2014/main" id="{653907BD-64EB-4002-91DD-3C17126CC9E9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6994943" y="2687636"/>
                <a:ext cx="8920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4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12" name="Content Placeholder 27">
                  <a:extLst>
                    <a:ext uri="{FF2B5EF4-FFF2-40B4-BE49-F238E27FC236}">
                      <a16:creationId xmlns:a16="http://schemas.microsoft.com/office/drawing/2014/main" id="{653907BD-64EB-4002-91DD-3C17126CC9E9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6994943" y="2687636"/>
                <a:ext cx="8920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4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1A86CE3-3529-44ED-A48E-924E5D0E2C48}"/>
                </a:ext>
              </a:extLst>
            </p:cNvPr>
            <p:cNvGrpSpPr/>
            <p:nvPr/>
          </p:nvGrpSpPr>
          <p:grpSpPr>
            <a:xfrm>
              <a:off x="7441257" y="1610086"/>
              <a:ext cx="1185350" cy="1101528"/>
              <a:chOff x="7441257" y="1610086"/>
              <a:chExt cx="1185350" cy="110152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Oval 9">
                    <a:extLst>
                      <a:ext uri="{FF2B5EF4-FFF2-40B4-BE49-F238E27FC236}">
                        <a16:creationId xmlns:a16="http://schemas.microsoft.com/office/drawing/2014/main" id="{8037D10A-6DC9-48A7-9587-FBC19B8C63F8}"/>
                      </a:ext>
                    </a:extLst>
                  </p:cNvPr>
                  <p:cNvSpPr/>
                  <p:nvPr/>
                </p:nvSpPr>
                <p:spPr>
                  <a:xfrm>
                    <a:off x="7674610" y="1610086"/>
                    <a:ext cx="520700" cy="520700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H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HK"/>
                  </a:p>
                </p:txBody>
              </p:sp>
            </mc:Choice>
            <mc:Fallback xmlns="">
              <p:sp>
                <p:nvSpPr>
                  <p:cNvPr id="15" name="Oval 9">
                    <a:extLst>
                      <a:ext uri="{FF2B5EF4-FFF2-40B4-BE49-F238E27FC236}">
                        <a16:creationId xmlns:a16="http://schemas.microsoft.com/office/drawing/2014/main" id="{8037D10A-6DC9-48A7-9587-FBC19B8C63F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74610" y="1610086"/>
                    <a:ext cx="520700" cy="520700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" name="Straight Arrow Connector 20">
                <a:extLst>
                  <a:ext uri="{FF2B5EF4-FFF2-40B4-BE49-F238E27FC236}">
                    <a16:creationId xmlns:a16="http://schemas.microsoft.com/office/drawing/2014/main" id="{DFEB7F76-0958-4958-8D5D-1355C5F931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41257" y="2054531"/>
                <a:ext cx="317428" cy="6570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TextBox 21">
                <a:extLst>
                  <a:ext uri="{FF2B5EF4-FFF2-40B4-BE49-F238E27FC236}">
                    <a16:creationId xmlns:a16="http://schemas.microsoft.com/office/drawing/2014/main" id="{16258CD6-5C59-43C8-BC26-346C4403AD11}"/>
                  </a:ext>
                </a:extLst>
              </p:cNvPr>
              <p:cNvSpPr txBox="1"/>
              <p:nvPr/>
            </p:nvSpPr>
            <p:spPr>
              <a:xfrm>
                <a:off x="7557601" y="2226399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/>
                  <a:t>0</a:t>
                </a:r>
              </a:p>
            </p:txBody>
          </p:sp>
          <p:cxnSp>
            <p:nvCxnSpPr>
              <p:cNvPr id="18" name="Straight Arrow Connector 34">
                <a:extLst>
                  <a:ext uri="{FF2B5EF4-FFF2-40B4-BE49-F238E27FC236}">
                    <a16:creationId xmlns:a16="http://schemas.microsoft.com/office/drawing/2014/main" id="{E20A0607-35BD-4B01-81CF-99DE3CDD19A3}"/>
                  </a:ext>
                </a:extLst>
              </p:cNvPr>
              <p:cNvCxnSpPr>
                <a:cxnSpLocks/>
                <a:stCxn id="15" idx="5"/>
              </p:cNvCxnSpPr>
              <p:nvPr/>
            </p:nvCxnSpPr>
            <p:spPr>
              <a:xfrm>
                <a:off x="8119055" y="2054531"/>
                <a:ext cx="366854" cy="6570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TextBox 35">
                <a:extLst>
                  <a:ext uri="{FF2B5EF4-FFF2-40B4-BE49-F238E27FC236}">
                    <a16:creationId xmlns:a16="http://schemas.microsoft.com/office/drawing/2014/main" id="{F7D9ED13-B5AB-43E4-9728-EE2B21243CB4}"/>
                  </a:ext>
                </a:extLst>
              </p:cNvPr>
              <p:cNvSpPr txBox="1"/>
              <p:nvPr/>
            </p:nvSpPr>
            <p:spPr>
              <a:xfrm>
                <a:off x="8313701" y="2243642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/>
                  <a:t>1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4" name="Content Placeholder 27">
                  <a:extLst>
                    <a:ext uri="{FF2B5EF4-FFF2-40B4-BE49-F238E27FC236}">
                      <a16:creationId xmlns:a16="http://schemas.microsoft.com/office/drawing/2014/main" id="{6903CAD3-8D7D-4915-AC1A-FC623112F514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8024148" y="2681550"/>
                <a:ext cx="8920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5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8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14" name="Content Placeholder 27">
                  <a:extLst>
                    <a:ext uri="{FF2B5EF4-FFF2-40B4-BE49-F238E27FC236}">
                      <a16:creationId xmlns:a16="http://schemas.microsoft.com/office/drawing/2014/main" id="{6903CAD3-8D7D-4915-AC1A-FC623112F514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8024148" y="2681550"/>
                <a:ext cx="8920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5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6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7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8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</p:grpSp>
      <p:grpSp>
        <p:nvGrpSpPr>
          <p:cNvPr id="20" name="Group 11">
            <a:extLst>
              <a:ext uri="{FF2B5EF4-FFF2-40B4-BE49-F238E27FC236}">
                <a16:creationId xmlns:a16="http://schemas.microsoft.com/office/drawing/2014/main" id="{7ED82F23-8484-4D67-9719-0F427A698573}"/>
              </a:ext>
            </a:extLst>
          </p:cNvPr>
          <p:cNvGrpSpPr/>
          <p:nvPr/>
        </p:nvGrpSpPr>
        <p:grpSpPr>
          <a:xfrm>
            <a:off x="5034934" y="3104056"/>
            <a:ext cx="1929663" cy="1620104"/>
            <a:chOff x="3998598" y="1693306"/>
            <a:chExt cx="1929663" cy="162010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EA976B8-0A81-46FA-9461-B405A9D6CE47}"/>
                </a:ext>
              </a:extLst>
            </p:cNvPr>
            <p:cNvGrpSpPr/>
            <p:nvPr/>
          </p:nvGrpSpPr>
          <p:grpSpPr>
            <a:xfrm>
              <a:off x="4453359" y="1693306"/>
              <a:ext cx="1185350" cy="1101528"/>
              <a:chOff x="4453359" y="1693306"/>
              <a:chExt cx="1185350" cy="110152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Oval 9">
                    <a:extLst>
                      <a:ext uri="{FF2B5EF4-FFF2-40B4-BE49-F238E27FC236}">
                        <a16:creationId xmlns:a16="http://schemas.microsoft.com/office/drawing/2014/main" id="{FF294A60-CA62-43D9-A9FF-9C2F7C9CF142}"/>
                      </a:ext>
                    </a:extLst>
                  </p:cNvPr>
                  <p:cNvSpPr/>
                  <p:nvPr/>
                </p:nvSpPr>
                <p:spPr>
                  <a:xfrm>
                    <a:off x="4686712" y="1693306"/>
                    <a:ext cx="520700" cy="520700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HK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HK"/>
                  </a:p>
                </p:txBody>
              </p:sp>
            </mc:Choice>
            <mc:Fallback xmlns="">
              <p:sp>
                <p:nvSpPr>
                  <p:cNvPr id="24" name="Oval 9">
                    <a:extLst>
                      <a:ext uri="{FF2B5EF4-FFF2-40B4-BE49-F238E27FC236}">
                        <a16:creationId xmlns:a16="http://schemas.microsoft.com/office/drawing/2014/main" id="{FF294A60-CA62-43D9-A9FF-9C2F7C9CF14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86712" y="1693306"/>
                    <a:ext cx="520700" cy="520700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5" name="Straight Arrow Connector 20">
                <a:extLst>
                  <a:ext uri="{FF2B5EF4-FFF2-40B4-BE49-F238E27FC236}">
                    <a16:creationId xmlns:a16="http://schemas.microsoft.com/office/drawing/2014/main" id="{19585526-F451-40A4-BBA6-0BAF11FFB17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53359" y="2137751"/>
                <a:ext cx="317428" cy="6570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" name="TextBox 21">
                <a:extLst>
                  <a:ext uri="{FF2B5EF4-FFF2-40B4-BE49-F238E27FC236}">
                    <a16:creationId xmlns:a16="http://schemas.microsoft.com/office/drawing/2014/main" id="{392F24A0-4DEE-4B20-BDFD-B31A39597562}"/>
                  </a:ext>
                </a:extLst>
              </p:cNvPr>
              <p:cNvSpPr txBox="1"/>
              <p:nvPr/>
            </p:nvSpPr>
            <p:spPr>
              <a:xfrm>
                <a:off x="4569703" y="2309619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/>
                  <a:t>0</a:t>
                </a:r>
              </a:p>
            </p:txBody>
          </p:sp>
          <p:cxnSp>
            <p:nvCxnSpPr>
              <p:cNvPr id="27" name="Straight Arrow Connector 34">
                <a:extLst>
                  <a:ext uri="{FF2B5EF4-FFF2-40B4-BE49-F238E27FC236}">
                    <a16:creationId xmlns:a16="http://schemas.microsoft.com/office/drawing/2014/main" id="{0CAD034A-54FE-42DF-99A7-68D4371EFF92}"/>
                  </a:ext>
                </a:extLst>
              </p:cNvPr>
              <p:cNvCxnSpPr>
                <a:cxnSpLocks/>
                <a:stCxn id="24" idx="5"/>
              </p:cNvCxnSpPr>
              <p:nvPr/>
            </p:nvCxnSpPr>
            <p:spPr>
              <a:xfrm>
                <a:off x="5131157" y="2137751"/>
                <a:ext cx="366854" cy="6570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8" name="TextBox 35">
                <a:extLst>
                  <a:ext uri="{FF2B5EF4-FFF2-40B4-BE49-F238E27FC236}">
                    <a16:creationId xmlns:a16="http://schemas.microsoft.com/office/drawing/2014/main" id="{B46EB306-18E3-403D-929D-430C912A2253}"/>
                  </a:ext>
                </a:extLst>
              </p:cNvPr>
              <p:cNvSpPr txBox="1"/>
              <p:nvPr/>
            </p:nvSpPr>
            <p:spPr>
              <a:xfrm>
                <a:off x="5325803" y="2326862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/>
                  <a:t>1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2" name="Content Placeholder 27">
                  <a:extLst>
                    <a:ext uri="{FF2B5EF4-FFF2-40B4-BE49-F238E27FC236}">
                      <a16:creationId xmlns:a16="http://schemas.microsoft.com/office/drawing/2014/main" id="{E5932BEB-5170-4C6B-9A76-CC2C1C96337A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5036250" y="2764770"/>
                <a:ext cx="8920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4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6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7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8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22" name="Content Placeholder 27">
                  <a:extLst>
                    <a:ext uri="{FF2B5EF4-FFF2-40B4-BE49-F238E27FC236}">
                      <a16:creationId xmlns:a16="http://schemas.microsoft.com/office/drawing/2014/main" id="{E5932BEB-5170-4C6B-9A76-CC2C1C96337A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5036250" y="2764770"/>
                <a:ext cx="8920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4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6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7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8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3" name="Content Placeholder 27">
                  <a:extLst>
                    <a:ext uri="{FF2B5EF4-FFF2-40B4-BE49-F238E27FC236}">
                      <a16:creationId xmlns:a16="http://schemas.microsoft.com/office/drawing/2014/main" id="{D2332A5F-2D58-488B-9A3C-C4973BFF6389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3998598" y="2764770"/>
                <a:ext cx="8920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5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23" name="Content Placeholder 27">
                  <a:extLst>
                    <a:ext uri="{FF2B5EF4-FFF2-40B4-BE49-F238E27FC236}">
                      <a16:creationId xmlns:a16="http://schemas.microsoft.com/office/drawing/2014/main" id="{D2332A5F-2D58-488B-9A3C-C4973BFF6389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3998598" y="2764770"/>
                <a:ext cx="8920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5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10">
                <a:extLst>
                  <a:ext uri="{FF2B5EF4-FFF2-40B4-BE49-F238E27FC236}">
                    <a16:creationId xmlns:a16="http://schemas.microsoft.com/office/drawing/2014/main" id="{05849809-81D7-4213-B2B4-8CACA8068ED5}"/>
                  </a:ext>
                </a:extLst>
              </p:cNvPr>
              <p:cNvSpPr/>
              <p:nvPr/>
            </p:nvSpPr>
            <p:spPr>
              <a:xfrm>
                <a:off x="4335239" y="4951505"/>
                <a:ext cx="332905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smtClean="0">
                        <a:latin typeface="Cambria Math" panose="02040503050406030204" pitchFamily="18" charset="0"/>
                      </a:rPr>
                      <m:t>Gini</m:t>
                    </m:r>
                    <m:d>
                      <m:d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HK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HK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HK">
                        <a:latin typeface="Cambria Math" panose="02040503050406030204" pitchFamily="18" charset="0"/>
                      </a:rPr>
                      <m:t>Gini</m:t>
                    </m:r>
                    <m:d>
                      <m:d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HK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HK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0" i="0" dirty="0" smtClean="0"/>
                      <m:t>0.625</m:t>
                    </m:r>
                  </m:oMath>
                </a14:m>
                <a:r>
                  <a:rPr lang="en-US" b="0" i="0" dirty="0"/>
                  <a:t> </a:t>
                </a:r>
              </a:p>
              <a:p>
                <a:r>
                  <a:rPr lang="en-HK" dirty="0"/>
                  <a:t>		   		 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HK">
                            <a:latin typeface="Cambria Math" panose="02040503050406030204" pitchFamily="18" charset="0"/>
                          </a:rPr>
                          <m:t>Gini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HK" i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d>
                      <m:d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HK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en-HK" dirty="0"/>
              </a:p>
            </p:txBody>
          </p:sp>
        </mc:Choice>
        <mc:Fallback xmlns="">
          <p:sp>
            <p:nvSpPr>
              <p:cNvPr id="29" name="Rectangle 10">
                <a:extLst>
                  <a:ext uri="{FF2B5EF4-FFF2-40B4-BE49-F238E27FC236}">
                    <a16:creationId xmlns:a16="http://schemas.microsoft.com/office/drawing/2014/main" id="{05849809-81D7-4213-B2B4-8CACA8068E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5239" y="4951505"/>
                <a:ext cx="3329053" cy="646331"/>
              </a:xfrm>
              <a:prstGeom prst="rect">
                <a:avLst/>
              </a:prstGeom>
              <a:blipFill>
                <a:blip r:embed="rId5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4">
                <a:extLst>
                  <a:ext uri="{FF2B5EF4-FFF2-40B4-BE49-F238E27FC236}">
                    <a16:creationId xmlns:a16="http://schemas.microsoft.com/office/drawing/2014/main" id="{519BD4D2-BEDC-4609-BA43-0FB76D796BA0}"/>
                  </a:ext>
                </a:extLst>
              </p:cNvPr>
              <p:cNvSpPr/>
              <p:nvPr/>
            </p:nvSpPr>
            <p:spPr>
              <a:xfrm>
                <a:off x="1735923" y="3038996"/>
                <a:ext cx="3348379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 sz="140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HK" sz="1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HK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HK" sz="140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HK" sz="1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HK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HK" sz="140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HK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HK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HK" sz="1400"/>
                  <a:t>	</a:t>
                </a:r>
                <a14:m>
                  <m:oMath xmlns:m="http://schemas.openxmlformats.org/officeDocument/2006/math">
                    <m:r>
                      <a:rPr lang="en-HK" sz="14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HK" sz="1400"/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 sz="1400"/>
                  <a:t>1.	0	0	0	0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 sz="1400"/>
                  <a:t>2.	0	0	0	0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 sz="1400"/>
                  <a:t>3.	0	0	1	1</a:t>
                </a:r>
              </a:p>
              <a:p>
                <a:pPr marL="342900" indent="-342900">
                  <a:buAutoNum type="arabicPeriod" startAt="4"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 sz="1400"/>
                  <a:t>	1	0	1	1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 sz="1400"/>
                  <a:t>5.	0	1	0	2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 sz="1400"/>
                  <a:t>6.	1	1	0	2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 sz="1400"/>
                  <a:t>7.	1	1	1	3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 sz="1400"/>
                  <a:t>8.	1	1	1	3</a:t>
                </a:r>
              </a:p>
              <a:p>
                <a:pPr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endParaRPr lang="en-HK" sz="1400"/>
              </a:p>
            </p:txBody>
          </p:sp>
        </mc:Choice>
        <mc:Fallback xmlns="">
          <p:sp>
            <p:nvSpPr>
              <p:cNvPr id="30" name="Rectangle 4">
                <a:extLst>
                  <a:ext uri="{FF2B5EF4-FFF2-40B4-BE49-F238E27FC236}">
                    <a16:creationId xmlns:a16="http://schemas.microsoft.com/office/drawing/2014/main" id="{519BD4D2-BEDC-4609-BA43-0FB76D796B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923" y="3038996"/>
                <a:ext cx="3348379" cy="2246769"/>
              </a:xfrm>
              <a:prstGeom prst="rect">
                <a:avLst/>
              </a:prstGeom>
              <a:blipFill>
                <a:blip r:embed="rId6"/>
                <a:stretch>
                  <a:fillRect l="-7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1">
                <a:extLst>
                  <a:ext uri="{FF2B5EF4-FFF2-40B4-BE49-F238E27FC236}">
                    <a16:creationId xmlns:a16="http://schemas.microsoft.com/office/drawing/2014/main" id="{EDADDC6E-2641-46D1-8F7B-FE602E3A75C7}"/>
                  </a:ext>
                </a:extLst>
              </p:cNvPr>
              <p:cNvSpPr/>
              <p:nvPr/>
            </p:nvSpPr>
            <p:spPr>
              <a:xfrm>
                <a:off x="8149633" y="4960618"/>
                <a:ext cx="339317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>
                        <a:latin typeface="Cambria Math" panose="02040503050406030204" pitchFamily="18" charset="0"/>
                      </a:rPr>
                      <m:t>Gini</m:t>
                    </m:r>
                    <m:d>
                      <m:d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HK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HK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HK">
                        <a:latin typeface="Cambria Math" panose="02040503050406030204" pitchFamily="18" charset="0"/>
                      </a:rPr>
                      <m:t>Gini</m:t>
                    </m:r>
                    <m:d>
                      <m:d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HK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HK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HK" dirty="0"/>
                      <m:t>______</m:t>
                    </m:r>
                  </m:oMath>
                </a14:m>
                <a:r>
                  <a:rPr lang="en-HK" dirty="0"/>
                  <a:t> </a:t>
                </a:r>
              </a:p>
              <a:p>
                <a:r>
                  <a:rPr lang="en-US" dirty="0"/>
                  <a:t>				  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HK">
                            <a:latin typeface="Cambria Math" panose="02040503050406030204" pitchFamily="18" charset="0"/>
                          </a:rPr>
                          <m:t>Gini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HK" i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d>
                      <m:d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HK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HK" dirty="0"/>
                  <a:t> </a:t>
                </a:r>
              </a:p>
            </p:txBody>
          </p:sp>
        </mc:Choice>
        <mc:Fallback xmlns="">
          <p:sp>
            <p:nvSpPr>
              <p:cNvPr id="31" name="Rectangle 31">
                <a:extLst>
                  <a:ext uri="{FF2B5EF4-FFF2-40B4-BE49-F238E27FC236}">
                    <a16:creationId xmlns:a16="http://schemas.microsoft.com/office/drawing/2014/main" id="{EDADDC6E-2641-46D1-8F7B-FE602E3A75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633" y="4960618"/>
                <a:ext cx="3393173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68">
                <a:extLst>
                  <a:ext uri="{FF2B5EF4-FFF2-40B4-BE49-F238E27FC236}">
                    <a16:creationId xmlns:a16="http://schemas.microsoft.com/office/drawing/2014/main" id="{D8EFE2D5-8CAB-4258-BA77-9BD6CEA4CCBE}"/>
                  </a:ext>
                </a:extLst>
              </p:cNvPr>
              <p:cNvSpPr txBox="1"/>
              <p:nvPr/>
            </p:nvSpPr>
            <p:spPr>
              <a:xfrm>
                <a:off x="3998913" y="5680183"/>
                <a:ext cx="59313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HK" dirty="0"/>
                  <a:t>What is the best splitting attribute?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u="sng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1" u="sng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HK" u="sng" dirty="0"/>
                  <a:t> 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u="sng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1" u="sng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HK" u="sng" dirty="0"/>
                  <a:t> / same</a:t>
                </a:r>
              </a:p>
            </p:txBody>
          </p:sp>
        </mc:Choice>
        <mc:Fallback xmlns="">
          <p:sp>
            <p:nvSpPr>
              <p:cNvPr id="32" name="TextBox 68">
                <a:extLst>
                  <a:ext uri="{FF2B5EF4-FFF2-40B4-BE49-F238E27FC236}">
                    <a16:creationId xmlns:a16="http://schemas.microsoft.com/office/drawing/2014/main" id="{D8EFE2D5-8CAB-4258-BA77-9BD6CEA4C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8913" y="5680183"/>
                <a:ext cx="5931367" cy="369332"/>
              </a:xfrm>
              <a:prstGeom prst="rect">
                <a:avLst/>
              </a:prstGeom>
              <a:blipFill>
                <a:blip r:embed="rId8"/>
                <a:stretch>
                  <a:fillRect l="-427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1245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0418F-96D7-4CF8-9CBA-C1C16C0B5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An impurity measure from information theory</a:t>
            </a:r>
            <a:br>
              <a:rPr lang="en-HK" dirty="0"/>
            </a:br>
            <a:r>
              <a:rPr lang="en-HK" sz="2800" dirty="0"/>
              <a:t>Shannon’s 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91636B-B107-40E4-9E2E-91587F2706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31489" y="2087509"/>
                <a:ext cx="9914305" cy="4053797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smtClean="0"/>
                        <m:t>Info</m:t>
                      </m:r>
                      <m:d>
                        <m:dPr>
                          <m:ctrlPr>
                            <a:rPr lang="en-H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HK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≔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HK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HK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H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HK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HK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HK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HK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HK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func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HK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HK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H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HK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H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HK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lang="en-HK" sz="1800" dirty="0"/>
              </a:p>
              <a:p>
                <a:r>
                  <a:rPr lang="en-HK" dirty="0"/>
                  <a:t>Measured in bits with base-2 logarithm. </a:t>
                </a:r>
                <a:r>
                  <a:rPr lang="en-HK" dirty="0">
                    <a:hlinkClick r:id="rId2"/>
                  </a:rPr>
                  <a:t>Why</a:t>
                </a:r>
                <a:r>
                  <a:rPr lang="en-US" dirty="0">
                    <a:hlinkClick r:id="rId2"/>
                  </a:rPr>
                  <a:t>?</a:t>
                </a:r>
                <a:endParaRPr lang="en-HK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func>
                  </m:oMath>
                </a14:m>
                <a:r>
                  <a:rPr lang="en-HK" sz="1800" dirty="0"/>
                  <a:t> is </a:t>
                </a:r>
                <a:r>
                  <a:rPr lang="en-HK" sz="1800" dirty="0">
                    <a:hlinkClick r:id="rId3"/>
                  </a:rPr>
                  <a:t>regarded as</a:t>
                </a:r>
                <a:r>
                  <a:rPr lang="en-HK" sz="18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</m:e>
                    </m:func>
                  </m:oMath>
                </a14:m>
                <a:r>
                  <a:rPr lang="en-HK" sz="1800" dirty="0"/>
                  <a:t> even though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func>
                  </m:oMath>
                </a14:m>
                <a:r>
                  <a:rPr lang="en-HK" sz="1800" dirty="0"/>
                  <a:t> is undefined.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91636B-B107-40E4-9E2E-91587F2706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31489" y="2087509"/>
                <a:ext cx="9914305" cy="4053797"/>
              </a:xfrm>
              <a:blipFill>
                <a:blip r:embed="rId4"/>
                <a:stretch>
                  <a:fillRect l="-4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38FBE-2684-410A-B61D-2A431D2EC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/>
          </a:p>
        </p:txBody>
      </p:sp>
      <p:grpSp>
        <p:nvGrpSpPr>
          <p:cNvPr id="9" name="Group 40">
            <a:extLst>
              <a:ext uri="{FF2B5EF4-FFF2-40B4-BE49-F238E27FC236}">
                <a16:creationId xmlns:a16="http://schemas.microsoft.com/office/drawing/2014/main" id="{53EC60ED-C74B-4E1F-B832-E7283676D3EF}"/>
              </a:ext>
            </a:extLst>
          </p:cNvPr>
          <p:cNvGrpSpPr/>
          <p:nvPr/>
        </p:nvGrpSpPr>
        <p:grpSpPr>
          <a:xfrm>
            <a:off x="2347882" y="3999406"/>
            <a:ext cx="7121861" cy="897793"/>
            <a:chOff x="2347882" y="2534197"/>
            <a:chExt cx="7121861" cy="897793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0" name="Chart 9">
                  <a:extLst>
                    <a:ext uri="{FF2B5EF4-FFF2-40B4-BE49-F238E27FC236}">
                      <a16:creationId xmlns:a16="http://schemas.microsoft.com/office/drawing/2014/main" id="{CEB5C15B-AD30-4311-92AE-E03748D5058E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1407768742"/>
                    </p:ext>
                  </p:extLst>
                </p:nvPr>
              </p:nvGraphicFramePr>
              <p:xfrm>
                <a:off x="3373923" y="2534197"/>
                <a:ext cx="1346690" cy="89779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5"/>
                </a:graphicData>
              </a:graphic>
            </p:graphicFrame>
          </mc:Choice>
          <mc:Fallback xmlns="">
            <p:graphicFrame>
              <p:nvGraphicFramePr>
                <p:cNvPr id="10" name="Chart 9">
                  <a:extLst>
                    <a:ext uri="{FF2B5EF4-FFF2-40B4-BE49-F238E27FC236}">
                      <a16:creationId xmlns:a16="http://schemas.microsoft.com/office/drawing/2014/main" id="{CEB5C15B-AD30-4311-92AE-E03748D5058E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1407768742"/>
                    </p:ext>
                  </p:extLst>
                </p:nvPr>
              </p:nvGraphicFramePr>
              <p:xfrm>
                <a:off x="3373923" y="2534197"/>
                <a:ext cx="1346690" cy="89779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6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1" name="Chart 10">
                  <a:extLst>
                    <a:ext uri="{FF2B5EF4-FFF2-40B4-BE49-F238E27FC236}">
                      <a16:creationId xmlns:a16="http://schemas.microsoft.com/office/drawing/2014/main" id="{02AEDAD5-5C29-4C90-ACEF-6F614F9ABC40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3370706798"/>
                    </p:ext>
                  </p:extLst>
                </p:nvPr>
              </p:nvGraphicFramePr>
              <p:xfrm>
                <a:off x="4955163" y="2534197"/>
                <a:ext cx="1346690" cy="89779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7"/>
                </a:graphicData>
              </a:graphic>
            </p:graphicFrame>
          </mc:Choice>
          <mc:Fallback xmlns="">
            <p:graphicFrame>
              <p:nvGraphicFramePr>
                <p:cNvPr id="11" name="Chart 10">
                  <a:extLst>
                    <a:ext uri="{FF2B5EF4-FFF2-40B4-BE49-F238E27FC236}">
                      <a16:creationId xmlns:a16="http://schemas.microsoft.com/office/drawing/2014/main" id="{02AEDAD5-5C29-4C90-ACEF-6F614F9ABC40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3370706798"/>
                    </p:ext>
                  </p:extLst>
                </p:nvPr>
              </p:nvGraphicFramePr>
              <p:xfrm>
                <a:off x="4955163" y="2534197"/>
                <a:ext cx="1346690" cy="89779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8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2" name="Chart 11">
                  <a:extLst>
                    <a:ext uri="{FF2B5EF4-FFF2-40B4-BE49-F238E27FC236}">
                      <a16:creationId xmlns:a16="http://schemas.microsoft.com/office/drawing/2014/main" id="{78199583-0B4E-4B7D-8DB4-E146635997CB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1190514337"/>
                    </p:ext>
                  </p:extLst>
                </p:nvPr>
              </p:nvGraphicFramePr>
              <p:xfrm>
                <a:off x="6537359" y="2534197"/>
                <a:ext cx="1346690" cy="89779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9"/>
                </a:graphicData>
              </a:graphic>
            </p:graphicFrame>
          </mc:Choice>
          <mc:Fallback xmlns="">
            <p:graphicFrame>
              <p:nvGraphicFramePr>
                <p:cNvPr id="12" name="Chart 11">
                  <a:extLst>
                    <a:ext uri="{FF2B5EF4-FFF2-40B4-BE49-F238E27FC236}">
                      <a16:creationId xmlns:a16="http://schemas.microsoft.com/office/drawing/2014/main" id="{78199583-0B4E-4B7D-8DB4-E146635997CB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1190514337"/>
                    </p:ext>
                  </p:extLst>
                </p:nvPr>
              </p:nvGraphicFramePr>
              <p:xfrm>
                <a:off x="6537359" y="2534197"/>
                <a:ext cx="1346690" cy="89779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10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3" name="Chart 12">
                  <a:extLst>
                    <a:ext uri="{FF2B5EF4-FFF2-40B4-BE49-F238E27FC236}">
                      <a16:creationId xmlns:a16="http://schemas.microsoft.com/office/drawing/2014/main" id="{D6059D8F-10F5-4A10-86D6-DD12943461FE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4054628305"/>
                    </p:ext>
                  </p:extLst>
                </p:nvPr>
              </p:nvGraphicFramePr>
              <p:xfrm>
                <a:off x="8123053" y="2534197"/>
                <a:ext cx="1346690" cy="89779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11"/>
                </a:graphicData>
              </a:graphic>
            </p:graphicFrame>
          </mc:Choice>
          <mc:Fallback xmlns="">
            <p:graphicFrame>
              <p:nvGraphicFramePr>
                <p:cNvPr id="13" name="Chart 12">
                  <a:extLst>
                    <a:ext uri="{FF2B5EF4-FFF2-40B4-BE49-F238E27FC236}">
                      <a16:creationId xmlns:a16="http://schemas.microsoft.com/office/drawing/2014/main" id="{D6059D8F-10F5-4A10-86D6-DD12943461FE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4054628305"/>
                    </p:ext>
                  </p:extLst>
                </p:nvPr>
              </p:nvGraphicFramePr>
              <p:xfrm>
                <a:off x="8123053" y="2534197"/>
                <a:ext cx="1346690" cy="89779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12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D6075D71-0D27-4BFC-B25C-856BC31AD2E4}"/>
                    </a:ext>
                  </a:extLst>
                </p:cNvPr>
                <p:cNvSpPr/>
                <p:nvPr/>
              </p:nvSpPr>
              <p:spPr>
                <a:xfrm>
                  <a:off x="2347882" y="2695488"/>
                  <a:ext cx="48680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HK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HK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D6075D71-0D27-4BFC-B25C-856BC31AD2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7882" y="2695488"/>
                  <a:ext cx="486800" cy="369332"/>
                </a:xfrm>
                <a:prstGeom prst="rect">
                  <a:avLst/>
                </a:prstGeom>
                <a:blipFill>
                  <a:blip r:embed="rId13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44">
            <a:extLst>
              <a:ext uri="{FF2B5EF4-FFF2-40B4-BE49-F238E27FC236}">
                <a16:creationId xmlns:a16="http://schemas.microsoft.com/office/drawing/2014/main" id="{787BBA3D-C3AD-4101-9EDE-B1E33DDA07A8}"/>
              </a:ext>
            </a:extLst>
          </p:cNvPr>
          <p:cNvGrpSpPr/>
          <p:nvPr/>
        </p:nvGrpSpPr>
        <p:grpSpPr>
          <a:xfrm>
            <a:off x="2003021" y="5505134"/>
            <a:ext cx="7294546" cy="379836"/>
            <a:chOff x="2003021" y="4681333"/>
            <a:chExt cx="7294546" cy="3798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BE9142F1-4A4B-4F5A-AEA7-D97E5F8A41EA}"/>
                    </a:ext>
                  </a:extLst>
                </p:cNvPr>
                <p:cNvSpPr/>
                <p:nvPr/>
              </p:nvSpPr>
              <p:spPr>
                <a:xfrm>
                  <a:off x="2003021" y="4691837"/>
                  <a:ext cx="102419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b="0" i="0" smtClean="0"/>
                          <m:t>Info</m:t>
                        </m:r>
                        <m:d>
                          <m:dPr>
                            <m:ctrlPr>
                              <a:rPr lang="en-HK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HK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BE9142F1-4A4B-4F5A-AEA7-D97E5F8A41E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3021" y="4691837"/>
                  <a:ext cx="1024191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DA1430F-25BE-427F-9FDD-31256145B3F4}"/>
                </a:ext>
              </a:extLst>
            </p:cNvPr>
            <p:cNvSpPr/>
            <p:nvPr/>
          </p:nvSpPr>
          <p:spPr>
            <a:xfrm>
              <a:off x="7081619" y="4681333"/>
              <a:ext cx="76174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_____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C822D235-EEDC-4103-97E2-77D30BE72086}"/>
                    </a:ext>
                  </a:extLst>
                </p:cNvPr>
                <p:cNvSpPr/>
                <p:nvPr/>
              </p:nvSpPr>
              <p:spPr>
                <a:xfrm>
                  <a:off x="5477383" y="4681333"/>
                  <a:ext cx="82586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dirty="0"/>
                          <m:t>_____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C822D235-EEDC-4103-97E2-77D30BE720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7383" y="4681333"/>
                  <a:ext cx="8258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7F86F20-AFFB-4C09-9169-3BF8CF2DFCB5}"/>
                </a:ext>
              </a:extLst>
            </p:cNvPr>
            <p:cNvSpPr/>
            <p:nvPr/>
          </p:nvSpPr>
          <p:spPr>
            <a:xfrm>
              <a:off x="8535820" y="4681333"/>
              <a:ext cx="76174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_____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71E3EF3C-3746-451E-882D-CEAB181FE70B}"/>
                    </a:ext>
                  </a:extLst>
                </p:cNvPr>
                <p:cNvSpPr/>
                <p:nvPr/>
              </p:nvSpPr>
              <p:spPr>
                <a:xfrm>
                  <a:off x="3823976" y="4681333"/>
                  <a:ext cx="37702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b="0" i="0" dirty="0" smtClean="0"/>
                          <m:t>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71E3EF3C-3746-451E-882D-CEAB181FE7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3976" y="4681333"/>
                  <a:ext cx="377026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43">
            <a:extLst>
              <a:ext uri="{FF2B5EF4-FFF2-40B4-BE49-F238E27FC236}">
                <a16:creationId xmlns:a16="http://schemas.microsoft.com/office/drawing/2014/main" id="{4A32D20D-3E2E-41B7-BCBB-43A7FBEC4572}"/>
              </a:ext>
            </a:extLst>
          </p:cNvPr>
          <p:cNvGrpSpPr/>
          <p:nvPr/>
        </p:nvGrpSpPr>
        <p:grpSpPr>
          <a:xfrm>
            <a:off x="2003021" y="4592308"/>
            <a:ext cx="8751261" cy="875421"/>
            <a:chOff x="2003021" y="3919696"/>
            <a:chExt cx="8751261" cy="8754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97DB95E9-CB6B-49DC-99D9-CC5EE134B63A}"/>
                    </a:ext>
                  </a:extLst>
                </p:cNvPr>
                <p:cNvSpPr/>
                <p:nvPr/>
              </p:nvSpPr>
              <p:spPr>
                <a:xfrm>
                  <a:off x="2003021" y="4135577"/>
                  <a:ext cx="1216295" cy="65954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97DB95E9-CB6B-49DC-99D9-CC5EE134B6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3021" y="4135577"/>
                  <a:ext cx="1216295" cy="65954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051E5B1C-D034-4435-8EAA-D51A7AF45FEB}"/>
                    </a:ext>
                  </a:extLst>
                </p:cNvPr>
                <p:cNvSpPr/>
                <p:nvPr/>
              </p:nvSpPr>
              <p:spPr>
                <a:xfrm>
                  <a:off x="6914852" y="4280681"/>
                  <a:ext cx="102515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051E5B1C-D034-4435-8EAA-D51A7AF45F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4852" y="4280681"/>
                  <a:ext cx="1025152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75712A37-31F6-421B-A6AB-537BBC9D8339}"/>
                    </a:ext>
                  </a:extLst>
                </p:cNvPr>
                <p:cNvSpPr/>
                <p:nvPr/>
              </p:nvSpPr>
              <p:spPr>
                <a:xfrm>
                  <a:off x="5299660" y="4280681"/>
                  <a:ext cx="98668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75712A37-31F6-421B-A6AB-537BBC9D83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660" y="4280681"/>
                  <a:ext cx="986680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42DBD6B5-875C-4F2A-9511-A23255439123}"/>
                    </a:ext>
                  </a:extLst>
                </p:cNvPr>
                <p:cNvSpPr/>
                <p:nvPr/>
              </p:nvSpPr>
              <p:spPr>
                <a:xfrm>
                  <a:off x="8535820" y="4280681"/>
                  <a:ext cx="89742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dirty="0"/>
                    <a:t>,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dirty="0"/>
                    <a:t>,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dirty="0"/>
                    <a:t>,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42DBD6B5-875C-4F2A-9511-A232554391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5820" y="4280681"/>
                  <a:ext cx="897425" cy="369332"/>
                </a:xfrm>
                <a:prstGeom prst="rect">
                  <a:avLst/>
                </a:prstGeom>
                <a:blipFill>
                  <a:blip r:embed="rId20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4A049A6E-E663-4243-9513-E3FB53CA45B0}"/>
                    </a:ext>
                  </a:extLst>
                </p:cNvPr>
                <p:cNvSpPr/>
                <p:nvPr/>
              </p:nvSpPr>
              <p:spPr>
                <a:xfrm>
                  <a:off x="3647413" y="4280681"/>
                  <a:ext cx="90601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4A049A6E-E663-4243-9513-E3FB53CA45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7413" y="4280681"/>
                  <a:ext cx="906017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46FCA802-E033-46FA-BF91-11B4FB741471}"/>
                    </a:ext>
                  </a:extLst>
                </p:cNvPr>
                <p:cNvSpPr/>
                <p:nvPr/>
              </p:nvSpPr>
              <p:spPr>
                <a:xfrm>
                  <a:off x="9852240" y="3919696"/>
                  <a:ext cx="902042" cy="6463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dirty="0">
                      <a:hlinkClick r:id="rId22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___</a:t>
                  </a:r>
                  <a:endParaRPr lang="en-US" dirty="0"/>
                </a:p>
                <a:p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dirty="0"/>
                    <a:t>___</a:t>
                  </a: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46FCA802-E033-46FA-BF91-11B4FB7414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2240" y="3919696"/>
                  <a:ext cx="902042" cy="646331"/>
                </a:xfrm>
                <a:prstGeom prst="rect">
                  <a:avLst/>
                </a:prstGeom>
                <a:blipFill>
                  <a:blip r:embed="rId23"/>
                  <a:stretch>
                    <a:fillRect t="-4717" r="-5405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35025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0418F-96D7-4CF8-9CBA-C1C16C0B5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Why it works?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91636B-B107-40E4-9E2E-91587F2706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31489" y="1992939"/>
                <a:ext cx="9914305" cy="4148368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HK" sz="2000" dirty="0">
                    <a:solidFill>
                      <a:schemeClr val="tx1"/>
                    </a:solidFill>
                  </a:rPr>
                  <a:t>. Equality </a:t>
                </a:r>
                <a:r>
                  <a:rPr lang="en-HK" sz="2000" dirty="0" err="1">
                    <a:solidFill>
                      <a:schemeClr val="tx1"/>
                    </a:solidFill>
                  </a:rPr>
                  <a:t>iff</a:t>
                </a:r>
                <a:r>
                  <a:rPr lang="en-HK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HK" sz="2000" dirty="0">
                    <a:solidFill>
                      <a:schemeClr val="tx1"/>
                    </a:solidFill>
                  </a:rPr>
                  <a:t>. Why?</a:t>
                </a:r>
              </a:p>
              <a:p>
                <a:endParaRPr lang="en-HK" sz="2000" dirty="0">
                  <a:solidFill>
                    <a:schemeClr val="tx1"/>
                  </a:solidFill>
                </a:endParaRPr>
              </a:p>
              <a:p>
                <a:endParaRPr lang="en-HK" sz="2000" dirty="0">
                  <a:solidFill>
                    <a:schemeClr val="tx1"/>
                  </a:solidFill>
                </a:endParaRPr>
              </a:p>
              <a:p>
                <a:endParaRPr lang="en-HK" sz="20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,…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HK" sz="2000" dirty="0"/>
                  <a:t>. Equality </a:t>
                </a:r>
                <a:r>
                  <a:rPr lang="en-HK" sz="2000" dirty="0" err="1"/>
                  <a:t>iff</a:t>
                </a:r>
                <a:r>
                  <a:rPr lang="en-HK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HK" sz="2000" dirty="0"/>
                  <a:t>_________. </a:t>
                </a:r>
                <a:r>
                  <a:rPr lang="en-HK" sz="2000" dirty="0">
                    <a:hlinkClick r:id="rId2"/>
                  </a:rPr>
                  <a:t>Why?</a:t>
                </a:r>
                <a:endParaRPr lang="en-HK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91636B-B107-40E4-9E2E-91587F2706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31489" y="1992939"/>
                <a:ext cx="9914305" cy="4148368"/>
              </a:xfrm>
              <a:blipFill>
                <a:blip r:embed="rId3"/>
                <a:stretch>
                  <a:fillRect l="-554" t="-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38FBE-2684-410A-B61D-2A431D2EC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14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6AC7FE-26EC-4E18-AF2E-611EB9CCB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Finding the best split by conditional 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5">
                <a:extLst>
                  <a:ext uri="{FF2B5EF4-FFF2-40B4-BE49-F238E27FC236}">
                    <a16:creationId xmlns:a16="http://schemas.microsoft.com/office/drawing/2014/main" id="{97B31B52-67C4-4B03-8977-54A8DEFBD8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1490" y="2014151"/>
                <a:ext cx="8888694" cy="391709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/>
                  <a:t>Minimize the entropy given</a:t>
                </a:r>
                <a:r>
                  <a:rPr lang="en-HK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HK" sz="2000" i="0" dirty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HK" sz="2000" dirty="0"/>
                  <a:t>,</a:t>
                </a:r>
              </a:p>
              <a:p>
                <a:pPr marL="0" indent="0">
                  <a:buFont typeface="Wingdings 3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HK" sz="2000" smtClean="0">
                              <a:latin typeface="Cambria Math" panose="02040503050406030204" pitchFamily="18" charset="0"/>
                            </a:rPr>
                            <m:t>Info</m:t>
                          </m:r>
                        </m:e>
                        <m:sub>
                          <m:r>
                            <a:rPr lang="en-HK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HK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HK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HK" sz="2000" i="1">
                          <a:latin typeface="Cambria Math" panose="02040503050406030204" pitchFamily="18" charset="0"/>
                        </a:rPr>
                        <m:t>≔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HK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HK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HK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HK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HK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sz="20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HK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HK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HK" sz="20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  <m:r>
                            <m:rPr>
                              <m:nor/>
                            </m:rPr>
                            <a:rPr lang="en-HK" sz="2000">
                              <a:latin typeface="Cambria Math" panose="02040503050406030204" pitchFamily="18" charset="0"/>
                            </a:rPr>
                            <m:t>Info</m:t>
                          </m:r>
                          <m:d>
                            <m:dPr>
                              <m:ctrlPr>
                                <a:rPr lang="en-HK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HK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sz="20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HK" sz="200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HK" dirty="0"/>
              </a:p>
              <a:p>
                <a:pPr marL="0" indent="0">
                  <a:buNone/>
                </a:pPr>
                <a:endParaRPr lang="en-HK" dirty="0"/>
              </a:p>
            </p:txBody>
          </p:sp>
        </mc:Choice>
        <mc:Fallback xmlns="">
          <p:sp>
            <p:nvSpPr>
              <p:cNvPr id="8" name="Content Placeholder 5">
                <a:extLst>
                  <a:ext uri="{FF2B5EF4-FFF2-40B4-BE49-F238E27FC236}">
                    <a16:creationId xmlns:a16="http://schemas.microsoft.com/office/drawing/2014/main" id="{97B31B52-67C4-4B03-8977-54A8DEFBD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490" y="2014151"/>
                <a:ext cx="8888694" cy="3917092"/>
              </a:xfrm>
              <a:prstGeom prst="rect">
                <a:avLst/>
              </a:prstGeom>
              <a:blipFill>
                <a:blip r:embed="rId2"/>
                <a:stretch>
                  <a:fillRect l="-571" t="-1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0ABFE4-01FA-4AC3-BE34-15C158723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10">
                <a:extLst>
                  <a:ext uri="{FF2B5EF4-FFF2-40B4-BE49-F238E27FC236}">
                    <a16:creationId xmlns:a16="http://schemas.microsoft.com/office/drawing/2014/main" id="{40EB2236-CB43-4D45-86BF-50D2FB5A5D0C}"/>
                  </a:ext>
                </a:extLst>
              </p:cNvPr>
              <p:cNvSpPr/>
              <p:nvPr/>
            </p:nvSpPr>
            <p:spPr>
              <a:xfrm>
                <a:off x="4335239" y="5284077"/>
                <a:ext cx="337073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>
                        <a:latin typeface="Cambria Math" panose="02040503050406030204" pitchFamily="18" charset="0"/>
                      </a:rPr>
                      <m:t>Info</m:t>
                    </m:r>
                    <m:d>
                      <m:d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HK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HK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HK">
                        <a:latin typeface="Cambria Math" panose="02040503050406030204" pitchFamily="18" charset="0"/>
                      </a:rPr>
                      <m:t>Info</m:t>
                    </m:r>
                    <m:d>
                      <m:d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HK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HK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b="0" i="0" dirty="0" smtClean="0"/>
                      <m:t>.5</m:t>
                    </m:r>
                  </m:oMath>
                </a14:m>
                <a:r>
                  <a:rPr lang="en-US" b="0" i="0"/>
                  <a:t> </a:t>
                </a:r>
              </a:p>
              <a:p>
                <a:r>
                  <a:rPr lang="en-HK"/>
                  <a:t>		   		 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HK">
                            <a:latin typeface="Cambria Math" panose="02040503050406030204" pitchFamily="18" charset="0"/>
                          </a:rPr>
                          <m:t>Info</m:t>
                        </m:r>
                      </m:e>
                      <m:sub>
                        <m:r>
                          <a:rPr lang="en-HK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HK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en-HK"/>
              </a:p>
            </p:txBody>
          </p:sp>
        </mc:Choice>
        <mc:Fallback xmlns="">
          <p:sp>
            <p:nvSpPr>
              <p:cNvPr id="29" name="Rectangle 10">
                <a:extLst>
                  <a:ext uri="{FF2B5EF4-FFF2-40B4-BE49-F238E27FC236}">
                    <a16:creationId xmlns:a16="http://schemas.microsoft.com/office/drawing/2014/main" id="{40EB2236-CB43-4D45-86BF-50D2FB5A5D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5239" y="5284077"/>
                <a:ext cx="3370731" cy="646331"/>
              </a:xfrm>
              <a:prstGeom prst="rect">
                <a:avLst/>
              </a:prstGeom>
              <a:blipFill>
                <a:blip r:embed="rId3"/>
                <a:stretch>
                  <a:fillRect b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9112A2AE-773F-4BE8-A4DF-1DF04327958D}"/>
              </a:ext>
            </a:extLst>
          </p:cNvPr>
          <p:cNvGrpSpPr/>
          <p:nvPr/>
        </p:nvGrpSpPr>
        <p:grpSpPr>
          <a:xfrm>
            <a:off x="1735923" y="3371568"/>
            <a:ext cx="8732511" cy="2246769"/>
            <a:chOff x="1735923" y="3371568"/>
            <a:chExt cx="8732511" cy="2246769"/>
          </a:xfrm>
        </p:grpSpPr>
        <p:grpSp>
          <p:nvGrpSpPr>
            <p:cNvPr id="11" name="Group 14">
              <a:extLst>
                <a:ext uri="{FF2B5EF4-FFF2-40B4-BE49-F238E27FC236}">
                  <a16:creationId xmlns:a16="http://schemas.microsoft.com/office/drawing/2014/main" id="{64B70713-0FAA-4143-AA51-2A5BA529E5A5}"/>
                </a:ext>
              </a:extLst>
            </p:cNvPr>
            <p:cNvGrpSpPr/>
            <p:nvPr/>
          </p:nvGrpSpPr>
          <p:grpSpPr>
            <a:xfrm>
              <a:off x="8547218" y="3441755"/>
              <a:ext cx="1921216" cy="1626190"/>
              <a:chOff x="6994943" y="1610086"/>
              <a:chExt cx="1921216" cy="1626190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2" name="Content Placeholder 27">
                    <a:extLst>
                      <a:ext uri="{FF2B5EF4-FFF2-40B4-BE49-F238E27FC236}">
                        <a16:creationId xmlns:a16="http://schemas.microsoft.com/office/drawing/2014/main" id="{56E57BF0-DE25-4DBF-9A30-4836FB3C8463}"/>
                      </a:ext>
                    </a:extLst>
                  </p:cNvPr>
                  <p:cNvGraphicFramePr>
                    <a:graphicFrameLocks/>
                  </p:cNvGraphicFramePr>
                  <p:nvPr/>
                </p:nvGraphicFramePr>
                <p:xfrm>
                  <a:off x="6994943" y="2687636"/>
                  <a:ext cx="89201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34919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4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Choice>
            <mc:Fallback xmlns="">
              <p:graphicFrame>
                <p:nvGraphicFramePr>
                  <p:cNvPr id="12" name="Content Placeholder 27">
                    <a:extLst>
                      <a:ext uri="{FF2B5EF4-FFF2-40B4-BE49-F238E27FC236}">
                        <a16:creationId xmlns:a16="http://schemas.microsoft.com/office/drawing/2014/main" id="{56E57BF0-DE25-4DBF-9A30-4836FB3C8463}"/>
                      </a:ext>
                    </a:extLst>
                  </p:cNvPr>
                  <p:cNvGraphicFramePr>
                    <a:graphicFrameLocks/>
                  </p:cNvGraphicFramePr>
                  <p:nvPr/>
                </p:nvGraphicFramePr>
                <p:xfrm>
                  <a:off x="6994943" y="2687636"/>
                  <a:ext cx="89201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34919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4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Fallback>
          </mc:AlternateContent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B3E0DD4-CF85-4558-84EB-FCB5455E11C3}"/>
                  </a:ext>
                </a:extLst>
              </p:cNvPr>
              <p:cNvGrpSpPr/>
              <p:nvPr/>
            </p:nvGrpSpPr>
            <p:grpSpPr>
              <a:xfrm>
                <a:off x="7441257" y="1610086"/>
                <a:ext cx="1185350" cy="1101528"/>
                <a:chOff x="7441257" y="1610086"/>
                <a:chExt cx="1185350" cy="110152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Oval 9">
                      <a:extLst>
                        <a:ext uri="{FF2B5EF4-FFF2-40B4-BE49-F238E27FC236}">
                          <a16:creationId xmlns:a16="http://schemas.microsoft.com/office/drawing/2014/main" id="{ED7B66F7-F69A-41AA-8947-894DFC9F63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74610" y="1610086"/>
                      <a:ext cx="520700" cy="520700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HK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HK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HK"/>
                    </a:p>
                  </p:txBody>
                </p:sp>
              </mc:Choice>
              <mc:Fallback xmlns="">
                <p:sp>
                  <p:nvSpPr>
                    <p:cNvPr id="15" name="Oval 9">
                      <a:extLst>
                        <a:ext uri="{FF2B5EF4-FFF2-40B4-BE49-F238E27FC236}">
                          <a16:creationId xmlns:a16="http://schemas.microsoft.com/office/drawing/2014/main" id="{ED7B66F7-F69A-41AA-8947-894DFC9F632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74610" y="1610086"/>
                      <a:ext cx="520700" cy="520700"/>
                    </a:xfrm>
                    <a:prstGeom prst="ellipse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6" name="Straight Arrow Connector 20">
                  <a:extLst>
                    <a:ext uri="{FF2B5EF4-FFF2-40B4-BE49-F238E27FC236}">
                      <a16:creationId xmlns:a16="http://schemas.microsoft.com/office/drawing/2014/main" id="{A165AB20-3398-4528-BAAF-AD345CD1C1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441257" y="2054531"/>
                  <a:ext cx="317428" cy="65708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7" name="TextBox 21">
                  <a:extLst>
                    <a:ext uri="{FF2B5EF4-FFF2-40B4-BE49-F238E27FC236}">
                      <a16:creationId xmlns:a16="http://schemas.microsoft.com/office/drawing/2014/main" id="{9274F22B-10FA-4E5A-9603-7821AC4B8CB1}"/>
                    </a:ext>
                  </a:extLst>
                </p:cNvPr>
                <p:cNvSpPr txBox="1"/>
                <p:nvPr/>
              </p:nvSpPr>
              <p:spPr>
                <a:xfrm>
                  <a:off x="7557601" y="2226399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/>
                    <a:t>0</a:t>
                  </a:r>
                </a:p>
              </p:txBody>
            </p:sp>
            <p:cxnSp>
              <p:nvCxnSpPr>
                <p:cNvPr id="18" name="Straight Arrow Connector 34">
                  <a:extLst>
                    <a:ext uri="{FF2B5EF4-FFF2-40B4-BE49-F238E27FC236}">
                      <a16:creationId xmlns:a16="http://schemas.microsoft.com/office/drawing/2014/main" id="{71338891-79B8-47B4-A0F5-EEF7B942920E}"/>
                    </a:ext>
                  </a:extLst>
                </p:cNvPr>
                <p:cNvCxnSpPr>
                  <a:cxnSpLocks/>
                  <a:stCxn id="15" idx="5"/>
                </p:cNvCxnSpPr>
                <p:nvPr/>
              </p:nvCxnSpPr>
              <p:spPr>
                <a:xfrm>
                  <a:off x="8119055" y="2054531"/>
                  <a:ext cx="366854" cy="65708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" name="TextBox 35">
                  <a:extLst>
                    <a:ext uri="{FF2B5EF4-FFF2-40B4-BE49-F238E27FC236}">
                      <a16:creationId xmlns:a16="http://schemas.microsoft.com/office/drawing/2014/main" id="{349F8F86-9BDA-4059-ACD6-42FD0D1B77C6}"/>
                    </a:ext>
                  </a:extLst>
                </p:cNvPr>
                <p:cNvSpPr txBox="1"/>
                <p:nvPr/>
              </p:nvSpPr>
              <p:spPr>
                <a:xfrm>
                  <a:off x="8313701" y="2243642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/>
                    <a:t>1</a:t>
                  </a: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4" name="Content Placeholder 27">
                    <a:extLst>
                      <a:ext uri="{FF2B5EF4-FFF2-40B4-BE49-F238E27FC236}">
                        <a16:creationId xmlns:a16="http://schemas.microsoft.com/office/drawing/2014/main" id="{AF79C12B-9AA7-4040-8A2E-88EB433BE2AD}"/>
                      </a:ext>
                    </a:extLst>
                  </p:cNvPr>
                  <p:cNvGraphicFramePr>
                    <a:graphicFrameLocks/>
                  </p:cNvGraphicFramePr>
                  <p:nvPr/>
                </p:nvGraphicFramePr>
                <p:xfrm>
                  <a:off x="8024148" y="2681550"/>
                  <a:ext cx="89201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34919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5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6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7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8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Choice>
            <mc:Fallback xmlns="">
              <p:graphicFrame>
                <p:nvGraphicFramePr>
                  <p:cNvPr id="14" name="Content Placeholder 27">
                    <a:extLst>
                      <a:ext uri="{FF2B5EF4-FFF2-40B4-BE49-F238E27FC236}">
                        <a16:creationId xmlns:a16="http://schemas.microsoft.com/office/drawing/2014/main" id="{AF79C12B-9AA7-4040-8A2E-88EB433BE2AD}"/>
                      </a:ext>
                    </a:extLst>
                  </p:cNvPr>
                  <p:cNvGraphicFramePr>
                    <a:graphicFrameLocks/>
                  </p:cNvGraphicFramePr>
                  <p:nvPr/>
                </p:nvGraphicFramePr>
                <p:xfrm>
                  <a:off x="8024148" y="2681550"/>
                  <a:ext cx="89201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34919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5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6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7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8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Fallback>
          </mc:AlternateContent>
        </p:grpSp>
        <p:grpSp>
          <p:nvGrpSpPr>
            <p:cNvPr id="20" name="Group 11">
              <a:extLst>
                <a:ext uri="{FF2B5EF4-FFF2-40B4-BE49-F238E27FC236}">
                  <a16:creationId xmlns:a16="http://schemas.microsoft.com/office/drawing/2014/main" id="{13C8BD6D-9A04-4BD0-9B5F-A8B20FC93A83}"/>
                </a:ext>
              </a:extLst>
            </p:cNvPr>
            <p:cNvGrpSpPr/>
            <p:nvPr/>
          </p:nvGrpSpPr>
          <p:grpSpPr>
            <a:xfrm>
              <a:off x="5034934" y="3436628"/>
              <a:ext cx="1929663" cy="1620104"/>
              <a:chOff x="3998598" y="1693306"/>
              <a:chExt cx="1929663" cy="1620104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0603301-8076-4A31-B104-6F03EB9CED92}"/>
                  </a:ext>
                </a:extLst>
              </p:cNvPr>
              <p:cNvGrpSpPr/>
              <p:nvPr/>
            </p:nvGrpSpPr>
            <p:grpSpPr>
              <a:xfrm>
                <a:off x="4453359" y="1693306"/>
                <a:ext cx="1185350" cy="1101528"/>
                <a:chOff x="4453359" y="1693306"/>
                <a:chExt cx="1185350" cy="110152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Oval 9">
                      <a:extLst>
                        <a:ext uri="{FF2B5EF4-FFF2-40B4-BE49-F238E27FC236}">
                          <a16:creationId xmlns:a16="http://schemas.microsoft.com/office/drawing/2014/main" id="{10A620E8-177C-497F-887B-20959DD38C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86712" y="1693306"/>
                      <a:ext cx="520700" cy="520700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HK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H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HK"/>
                    </a:p>
                  </p:txBody>
                </p:sp>
              </mc:Choice>
              <mc:Fallback xmlns="">
                <p:sp>
                  <p:nvSpPr>
                    <p:cNvPr id="24" name="Oval 9">
                      <a:extLst>
                        <a:ext uri="{FF2B5EF4-FFF2-40B4-BE49-F238E27FC236}">
                          <a16:creationId xmlns:a16="http://schemas.microsoft.com/office/drawing/2014/main" id="{10A620E8-177C-497F-887B-20959DD38C0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86712" y="1693306"/>
                      <a:ext cx="520700" cy="520700"/>
                    </a:xfrm>
                    <a:prstGeom prst="ellipse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5" name="Straight Arrow Connector 20">
                  <a:extLst>
                    <a:ext uri="{FF2B5EF4-FFF2-40B4-BE49-F238E27FC236}">
                      <a16:creationId xmlns:a16="http://schemas.microsoft.com/office/drawing/2014/main" id="{C8E8894C-25CD-4FD4-ABE8-0AC0E004B1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453359" y="2137751"/>
                  <a:ext cx="317428" cy="65708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6" name="TextBox 21">
                  <a:extLst>
                    <a:ext uri="{FF2B5EF4-FFF2-40B4-BE49-F238E27FC236}">
                      <a16:creationId xmlns:a16="http://schemas.microsoft.com/office/drawing/2014/main" id="{1A95EF67-4D16-4F43-BBFB-E3F57A149C86}"/>
                    </a:ext>
                  </a:extLst>
                </p:cNvPr>
                <p:cNvSpPr txBox="1"/>
                <p:nvPr/>
              </p:nvSpPr>
              <p:spPr>
                <a:xfrm>
                  <a:off x="4569703" y="2309619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/>
                    <a:t>0</a:t>
                  </a:r>
                </a:p>
              </p:txBody>
            </p:sp>
            <p:cxnSp>
              <p:nvCxnSpPr>
                <p:cNvPr id="27" name="Straight Arrow Connector 34">
                  <a:extLst>
                    <a:ext uri="{FF2B5EF4-FFF2-40B4-BE49-F238E27FC236}">
                      <a16:creationId xmlns:a16="http://schemas.microsoft.com/office/drawing/2014/main" id="{6BA7E9CB-88CC-4A5A-A73F-14D5BD8F13CF}"/>
                    </a:ext>
                  </a:extLst>
                </p:cNvPr>
                <p:cNvCxnSpPr>
                  <a:cxnSpLocks/>
                  <a:stCxn id="24" idx="5"/>
                </p:cNvCxnSpPr>
                <p:nvPr/>
              </p:nvCxnSpPr>
              <p:spPr>
                <a:xfrm>
                  <a:off x="5131157" y="2137751"/>
                  <a:ext cx="366854" cy="65708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8" name="TextBox 35">
                  <a:extLst>
                    <a:ext uri="{FF2B5EF4-FFF2-40B4-BE49-F238E27FC236}">
                      <a16:creationId xmlns:a16="http://schemas.microsoft.com/office/drawing/2014/main" id="{CFB60F30-C00C-4D82-A05F-46FC981022D0}"/>
                    </a:ext>
                  </a:extLst>
                </p:cNvPr>
                <p:cNvSpPr txBox="1"/>
                <p:nvPr/>
              </p:nvSpPr>
              <p:spPr>
                <a:xfrm>
                  <a:off x="5325803" y="2326862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/>
                    <a:t>1</a:t>
                  </a: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22" name="Content Placeholder 27">
                    <a:extLst>
                      <a:ext uri="{FF2B5EF4-FFF2-40B4-BE49-F238E27FC236}">
                        <a16:creationId xmlns:a16="http://schemas.microsoft.com/office/drawing/2014/main" id="{71CF72C2-0BF1-418F-8667-92D6BFD1033C}"/>
                      </a:ext>
                    </a:extLst>
                  </p:cNvPr>
                  <p:cNvGraphicFramePr>
                    <a:graphicFrameLocks/>
                  </p:cNvGraphicFramePr>
                  <p:nvPr/>
                </p:nvGraphicFramePr>
                <p:xfrm>
                  <a:off x="5036250" y="2764770"/>
                  <a:ext cx="89201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34919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4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6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7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8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Choice>
            <mc:Fallback xmlns="">
              <p:graphicFrame>
                <p:nvGraphicFramePr>
                  <p:cNvPr id="22" name="Content Placeholder 27">
                    <a:extLst>
                      <a:ext uri="{FF2B5EF4-FFF2-40B4-BE49-F238E27FC236}">
                        <a16:creationId xmlns:a16="http://schemas.microsoft.com/office/drawing/2014/main" id="{71CF72C2-0BF1-418F-8667-92D6BFD1033C}"/>
                      </a:ext>
                    </a:extLst>
                  </p:cNvPr>
                  <p:cNvGraphicFramePr>
                    <a:graphicFrameLocks/>
                  </p:cNvGraphicFramePr>
                  <p:nvPr/>
                </p:nvGraphicFramePr>
                <p:xfrm>
                  <a:off x="5036250" y="2764770"/>
                  <a:ext cx="89201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34919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4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6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7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8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23" name="Content Placeholder 27">
                    <a:extLst>
                      <a:ext uri="{FF2B5EF4-FFF2-40B4-BE49-F238E27FC236}">
                        <a16:creationId xmlns:a16="http://schemas.microsoft.com/office/drawing/2014/main" id="{EDEA3D24-9892-4335-8F71-7BA9FB2168F3}"/>
                      </a:ext>
                    </a:extLst>
                  </p:cNvPr>
                  <p:cNvGraphicFramePr>
                    <a:graphicFrameLocks/>
                  </p:cNvGraphicFramePr>
                  <p:nvPr/>
                </p:nvGraphicFramePr>
                <p:xfrm>
                  <a:off x="3998598" y="2764770"/>
                  <a:ext cx="89201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34919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5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Choice>
            <mc:Fallback xmlns="">
              <p:graphicFrame>
                <p:nvGraphicFramePr>
                  <p:cNvPr id="23" name="Content Placeholder 27">
                    <a:extLst>
                      <a:ext uri="{FF2B5EF4-FFF2-40B4-BE49-F238E27FC236}">
                        <a16:creationId xmlns:a16="http://schemas.microsoft.com/office/drawing/2014/main" id="{EDEA3D24-9892-4335-8F71-7BA9FB2168F3}"/>
                      </a:ext>
                    </a:extLst>
                  </p:cNvPr>
                  <p:cNvGraphicFramePr>
                    <a:graphicFrameLocks/>
                  </p:cNvGraphicFramePr>
                  <p:nvPr/>
                </p:nvGraphicFramePr>
                <p:xfrm>
                  <a:off x="3998598" y="2764770"/>
                  <a:ext cx="89201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34919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5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4">
                  <a:extLst>
                    <a:ext uri="{FF2B5EF4-FFF2-40B4-BE49-F238E27FC236}">
                      <a16:creationId xmlns:a16="http://schemas.microsoft.com/office/drawing/2014/main" id="{D5E01D7F-4538-4892-BB79-B4CDF29C0AFA}"/>
                    </a:ext>
                  </a:extLst>
                </p:cNvPr>
                <p:cNvSpPr/>
                <p:nvPr/>
              </p:nvSpPr>
              <p:spPr>
                <a:xfrm>
                  <a:off x="1735923" y="3371568"/>
                  <a:ext cx="3348379" cy="224676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  <a:tabLst>
                      <a:tab pos="538163" algn="ctr"/>
                      <a:tab pos="985838" algn="ctr"/>
                      <a:tab pos="1436688" algn="ctr"/>
                      <a:tab pos="1884363" algn="ctr"/>
                    </a:tabLst>
                  </a:pPr>
                  <a:r>
                    <a:rPr lang="en-HK" sz="1400"/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HK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HK" sz="1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HK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HK" sz="1400"/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HK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HK" sz="1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HK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HK" sz="1400"/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HK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HK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HK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en-HK" sz="1400"/>
                    <a:t>	</a:t>
                  </a:r>
                  <a14:m>
                    <m:oMath xmlns:m="http://schemas.openxmlformats.org/officeDocument/2006/math">
                      <m:r>
                        <a:rPr lang="en-HK" sz="1400" i="1" dirty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a14:m>
                  <a:endParaRPr lang="en-HK" sz="1400"/>
                </a:p>
                <a:p>
                  <a:pPr>
                    <a:buNone/>
                    <a:tabLst>
                      <a:tab pos="538163" algn="ctr"/>
                      <a:tab pos="985838" algn="ctr"/>
                      <a:tab pos="1436688" algn="ctr"/>
                      <a:tab pos="1884363" algn="ctr"/>
                    </a:tabLst>
                  </a:pPr>
                  <a:r>
                    <a:rPr lang="en-HK" sz="1400"/>
                    <a:t>1.	0	0	0	0</a:t>
                  </a:r>
                </a:p>
                <a:p>
                  <a:pPr>
                    <a:buNone/>
                    <a:tabLst>
                      <a:tab pos="538163" algn="ctr"/>
                      <a:tab pos="985838" algn="ctr"/>
                      <a:tab pos="1436688" algn="ctr"/>
                      <a:tab pos="1884363" algn="ctr"/>
                    </a:tabLst>
                  </a:pPr>
                  <a:r>
                    <a:rPr lang="en-HK" sz="1400"/>
                    <a:t>2.	0	0	0	0</a:t>
                  </a:r>
                </a:p>
                <a:p>
                  <a:pPr>
                    <a:buNone/>
                    <a:tabLst>
                      <a:tab pos="538163" algn="ctr"/>
                      <a:tab pos="985838" algn="ctr"/>
                      <a:tab pos="1436688" algn="ctr"/>
                      <a:tab pos="1884363" algn="ctr"/>
                    </a:tabLst>
                  </a:pPr>
                  <a:r>
                    <a:rPr lang="en-HK" sz="1400"/>
                    <a:t>3.	0	0	1	1</a:t>
                  </a:r>
                </a:p>
                <a:p>
                  <a:pPr marL="342900" indent="-342900">
                    <a:buAutoNum type="arabicPeriod" startAt="4"/>
                    <a:tabLst>
                      <a:tab pos="538163" algn="ctr"/>
                      <a:tab pos="985838" algn="ctr"/>
                      <a:tab pos="1436688" algn="ctr"/>
                      <a:tab pos="1884363" algn="ctr"/>
                    </a:tabLst>
                  </a:pPr>
                  <a:r>
                    <a:rPr lang="en-HK" sz="1400"/>
                    <a:t>	1	0	1	1</a:t>
                  </a:r>
                </a:p>
                <a:p>
                  <a:pPr>
                    <a:buNone/>
                    <a:tabLst>
                      <a:tab pos="538163" algn="ctr"/>
                      <a:tab pos="985838" algn="ctr"/>
                      <a:tab pos="1436688" algn="ctr"/>
                      <a:tab pos="1884363" algn="ctr"/>
                    </a:tabLst>
                  </a:pPr>
                  <a:r>
                    <a:rPr lang="en-HK" sz="1400"/>
                    <a:t>5.	0	1	0	2</a:t>
                  </a:r>
                </a:p>
                <a:p>
                  <a:pPr>
                    <a:buNone/>
                    <a:tabLst>
                      <a:tab pos="538163" algn="ctr"/>
                      <a:tab pos="985838" algn="ctr"/>
                      <a:tab pos="1436688" algn="ctr"/>
                      <a:tab pos="1884363" algn="ctr"/>
                    </a:tabLst>
                  </a:pPr>
                  <a:r>
                    <a:rPr lang="en-HK" sz="1400"/>
                    <a:t>6.	1	1	0	2</a:t>
                  </a:r>
                </a:p>
                <a:p>
                  <a:pPr>
                    <a:buNone/>
                    <a:tabLst>
                      <a:tab pos="538163" algn="ctr"/>
                      <a:tab pos="985838" algn="ctr"/>
                      <a:tab pos="1436688" algn="ctr"/>
                      <a:tab pos="1884363" algn="ctr"/>
                    </a:tabLst>
                  </a:pPr>
                  <a:r>
                    <a:rPr lang="en-HK" sz="1400"/>
                    <a:t>7.	1	1	1	3</a:t>
                  </a:r>
                </a:p>
                <a:p>
                  <a:pPr>
                    <a:buNone/>
                    <a:tabLst>
                      <a:tab pos="538163" algn="ctr"/>
                      <a:tab pos="985838" algn="ctr"/>
                      <a:tab pos="1436688" algn="ctr"/>
                      <a:tab pos="1884363" algn="ctr"/>
                    </a:tabLst>
                  </a:pPr>
                  <a:r>
                    <a:rPr lang="en-HK" sz="1400"/>
                    <a:t>8.	1	1	1	3</a:t>
                  </a:r>
                </a:p>
                <a:p>
                  <a:pPr>
                    <a:tabLst>
                      <a:tab pos="538163" algn="ctr"/>
                      <a:tab pos="985838" algn="ctr"/>
                      <a:tab pos="1436688" algn="ctr"/>
                      <a:tab pos="1884363" algn="ctr"/>
                    </a:tabLst>
                  </a:pPr>
                  <a:endParaRPr lang="en-HK" sz="1400"/>
                </a:p>
              </p:txBody>
            </p:sp>
          </mc:Choice>
          <mc:Fallback xmlns="">
            <p:sp>
              <p:nvSpPr>
                <p:cNvPr id="30" name="Rectangle 4">
                  <a:extLst>
                    <a:ext uri="{FF2B5EF4-FFF2-40B4-BE49-F238E27FC236}">
                      <a16:creationId xmlns:a16="http://schemas.microsoft.com/office/drawing/2014/main" id="{D5E01D7F-4538-4892-BB79-B4CDF29C0A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923" y="3371568"/>
                  <a:ext cx="3348379" cy="2246769"/>
                </a:xfrm>
                <a:prstGeom prst="rect">
                  <a:avLst/>
                </a:prstGeom>
                <a:blipFill>
                  <a:blip r:embed="rId6"/>
                  <a:stretch>
                    <a:fillRect l="-7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1">
                <a:extLst>
                  <a:ext uri="{FF2B5EF4-FFF2-40B4-BE49-F238E27FC236}">
                    <a16:creationId xmlns:a16="http://schemas.microsoft.com/office/drawing/2014/main" id="{28391866-720F-48CB-89FA-98B7D81D9702}"/>
                  </a:ext>
                </a:extLst>
              </p:cNvPr>
              <p:cNvSpPr/>
              <p:nvPr/>
            </p:nvSpPr>
            <p:spPr>
              <a:xfrm>
                <a:off x="8149633" y="5293190"/>
                <a:ext cx="343485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>
                        <a:latin typeface="Cambria Math" panose="02040503050406030204" pitchFamily="18" charset="0"/>
                      </a:rPr>
                      <m:t>Info</m:t>
                    </m:r>
                    <m:d>
                      <m:d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HK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HK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HK">
                        <a:latin typeface="Cambria Math" panose="02040503050406030204" pitchFamily="18" charset="0"/>
                      </a:rPr>
                      <m:t>Info</m:t>
                    </m:r>
                    <m:d>
                      <m:d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HK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HK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HK" dirty="0"/>
                      <m:t>______</m:t>
                    </m:r>
                  </m:oMath>
                </a14:m>
                <a:r>
                  <a:rPr lang="en-HK"/>
                  <a:t> </a:t>
                </a:r>
              </a:p>
              <a:p>
                <a:r>
                  <a:rPr lang="en-US"/>
                  <a:t>				  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HK">
                            <a:latin typeface="Cambria Math" panose="02040503050406030204" pitchFamily="18" charset="0"/>
                          </a:rPr>
                          <m:t>Info</m:t>
                        </m:r>
                      </m:e>
                      <m:sub>
                        <m:r>
                          <a:rPr lang="en-HK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HK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HK"/>
                  <a:t> </a:t>
                </a:r>
              </a:p>
            </p:txBody>
          </p:sp>
        </mc:Choice>
        <mc:Fallback xmlns="">
          <p:sp>
            <p:nvSpPr>
              <p:cNvPr id="31" name="Rectangle 31">
                <a:extLst>
                  <a:ext uri="{FF2B5EF4-FFF2-40B4-BE49-F238E27FC236}">
                    <a16:creationId xmlns:a16="http://schemas.microsoft.com/office/drawing/2014/main" id="{28391866-720F-48CB-89FA-98B7D81D97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633" y="5293190"/>
                <a:ext cx="3434851" cy="646331"/>
              </a:xfrm>
              <a:prstGeom prst="rect">
                <a:avLst/>
              </a:prstGeom>
              <a:blipFill>
                <a:blip r:embed="rId7"/>
                <a:stretch>
                  <a:fillRect b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68">
                <a:extLst>
                  <a:ext uri="{FF2B5EF4-FFF2-40B4-BE49-F238E27FC236}">
                    <a16:creationId xmlns:a16="http://schemas.microsoft.com/office/drawing/2014/main" id="{996EEA3A-4F23-4DDF-A8E1-C9E30BEE7F8A}"/>
                  </a:ext>
                </a:extLst>
              </p:cNvPr>
              <p:cNvSpPr txBox="1"/>
              <p:nvPr/>
            </p:nvSpPr>
            <p:spPr>
              <a:xfrm>
                <a:off x="3998913" y="6012755"/>
                <a:ext cx="59313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HK" dirty="0"/>
                  <a:t>What is the best splitting attribute?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u="sng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1" u="sng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HK" u="sng" dirty="0"/>
                  <a:t> 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u="sng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1" u="sng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HK" u="sng" dirty="0"/>
                  <a:t> / same</a:t>
                </a:r>
              </a:p>
            </p:txBody>
          </p:sp>
        </mc:Choice>
        <mc:Fallback xmlns="">
          <p:sp>
            <p:nvSpPr>
              <p:cNvPr id="32" name="TextBox 68">
                <a:extLst>
                  <a:ext uri="{FF2B5EF4-FFF2-40B4-BE49-F238E27FC236}">
                    <a16:creationId xmlns:a16="http://schemas.microsoft.com/office/drawing/2014/main" id="{996EEA3A-4F23-4DDF-A8E1-C9E30BEE7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8913" y="6012755"/>
                <a:ext cx="5931367" cy="369332"/>
              </a:xfrm>
              <a:prstGeom prst="rect">
                <a:avLst/>
              </a:prstGeom>
              <a:blipFill>
                <a:blip r:embed="rId8"/>
                <a:stretch>
                  <a:fillRect l="-427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6945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6AC7FE-26EC-4E18-AF2E-611EB9CCB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Which impurity measure is used?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0ABFE4-01FA-4AC3-BE34-15C158723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5">
                <a:extLst>
                  <a:ext uri="{FF2B5EF4-FFF2-40B4-BE49-F238E27FC236}">
                    <a16:creationId xmlns:a16="http://schemas.microsoft.com/office/drawing/2014/main" id="{7B5F4FD6-3787-42F4-8589-8EC61E20A2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1490" y="1655805"/>
                <a:ext cx="10273122" cy="437713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HK" sz="2000" b="1" dirty="0"/>
                  <a:t>ID3</a:t>
                </a:r>
                <a:r>
                  <a:rPr lang="en-HK" sz="2000" dirty="0"/>
                  <a:t> (</a:t>
                </a:r>
                <a:r>
                  <a:rPr lang="en-HK" sz="2000" dirty="0" err="1"/>
                  <a:t>Iteractive</a:t>
                </a:r>
                <a:r>
                  <a:rPr lang="en-HK" sz="2000" dirty="0"/>
                  <a:t> </a:t>
                </a:r>
                <a:r>
                  <a:rPr lang="en-HK" sz="2000" dirty="0" err="1"/>
                  <a:t>Dichotomiser</a:t>
                </a:r>
                <a:r>
                  <a:rPr lang="en-HK" sz="2000" dirty="0"/>
                  <a:t> 3) maximizes</a:t>
                </a:r>
              </a:p>
              <a:p>
                <a:pPr marL="0" indent="0">
                  <a:buNone/>
                </a:pPr>
                <a:r>
                  <a:rPr lang="en-HK" sz="20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Gain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)≔</m:t>
                    </m:r>
                    <m:r>
                      <m:rPr>
                        <m:nor/>
                      </m:rPr>
                      <a:rPr lang="en-HK" sz="2000">
                        <a:latin typeface="Cambria Math" panose="02040503050406030204" pitchFamily="18" charset="0"/>
                      </a:rPr>
                      <m:t>Info</m:t>
                    </m:r>
                    <m:d>
                      <m:dPr>
                        <m:ctrlPr>
                          <a:rPr lang="en-HK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HK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HK" sz="20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HK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HK" sz="2000">
                            <a:latin typeface="Cambria Math" panose="02040503050406030204" pitchFamily="18" charset="0"/>
                          </a:rPr>
                          <m:t>Info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HK" sz="2000" i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d>
                      <m:dPr>
                        <m:ctrlPr>
                          <a:rPr lang="en-HK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HK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HK" sz="2000" dirty="0"/>
                  <a:t>	(information gain or mutual information)</a:t>
                </a:r>
              </a:p>
              <a:p>
                <a:r>
                  <a:rPr lang="en-HK" sz="2000" b="1" dirty="0"/>
                  <a:t>CART</a:t>
                </a:r>
                <a:r>
                  <a:rPr lang="en-HK" sz="2000" dirty="0"/>
                  <a:t> (Classification and Regression Tree)</a:t>
                </a:r>
              </a:p>
              <a:p>
                <a:pPr marL="0" indent="0">
                  <a:buNone/>
                </a:pPr>
                <a:r>
                  <a:rPr lang="en-HK" sz="2000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HK" sz="2000" i="1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Gini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)≔</m:t>
                    </m:r>
                    <m:r>
                      <m:rPr>
                        <m:nor/>
                      </m:rPr>
                      <a:rPr lang="en-HK" sz="2000">
                        <a:latin typeface="Cambria Math" panose="02040503050406030204" pitchFamily="18" charset="0"/>
                      </a:rPr>
                      <m:t>Gini</m:t>
                    </m:r>
                    <m:d>
                      <m:dPr>
                        <m:ctrlPr>
                          <a:rPr lang="en-HK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HK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HK" sz="20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HK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HK" sz="2000">
                            <a:latin typeface="Cambria Math" panose="02040503050406030204" pitchFamily="18" charset="0"/>
                          </a:rPr>
                          <m:t>Gini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HK" sz="2000" i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d>
                      <m:dPr>
                        <m:ctrlPr>
                          <a:rPr lang="en-HK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HK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HK" i="1" dirty="0">
                    <a:latin typeface="Cambria Math" panose="02040503050406030204" pitchFamily="18" charset="0"/>
                  </a:rPr>
                  <a:t>	</a:t>
                </a:r>
                <a:r>
                  <a:rPr lang="en-HK" sz="2000" dirty="0"/>
                  <a:t>(Drop in Gini impurity)</a:t>
                </a:r>
              </a:p>
              <a:p>
                <a:pPr marL="0" indent="0">
                  <a:buNone/>
                </a:pPr>
                <a:endParaRPr lang="en-HK" dirty="0"/>
              </a:p>
            </p:txBody>
          </p:sp>
        </mc:Choice>
        <mc:Fallback xmlns="">
          <p:sp>
            <p:nvSpPr>
              <p:cNvPr id="10" name="Content Placeholder 5">
                <a:extLst>
                  <a:ext uri="{FF2B5EF4-FFF2-40B4-BE49-F238E27FC236}">
                    <a16:creationId xmlns:a16="http://schemas.microsoft.com/office/drawing/2014/main" id="{7B5F4FD6-3787-42F4-8589-8EC61E20A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490" y="1655805"/>
                <a:ext cx="10273122" cy="4377133"/>
              </a:xfrm>
              <a:prstGeom prst="rect">
                <a:avLst/>
              </a:prstGeom>
              <a:blipFill>
                <a:blip r:embed="rId2"/>
                <a:stretch>
                  <a:fillRect l="-494" t="-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DA42B9A8-8A1F-4FEC-83F2-88E3BFB4E91F}"/>
              </a:ext>
            </a:extLst>
          </p:cNvPr>
          <p:cNvGrpSpPr/>
          <p:nvPr/>
        </p:nvGrpSpPr>
        <p:grpSpPr>
          <a:xfrm>
            <a:off x="1477836" y="3533266"/>
            <a:ext cx="10300981" cy="2453143"/>
            <a:chOff x="1477836" y="3644477"/>
            <a:chExt cx="10300981" cy="2453143"/>
          </a:xfrm>
        </p:grpSpPr>
        <p:grpSp>
          <p:nvGrpSpPr>
            <p:cNvPr id="34" name="Group 14">
              <a:extLst>
                <a:ext uri="{FF2B5EF4-FFF2-40B4-BE49-F238E27FC236}">
                  <a16:creationId xmlns:a16="http://schemas.microsoft.com/office/drawing/2014/main" id="{4B8EAB87-BF48-4A7F-B5F6-ADF3F85BA2FA}"/>
                </a:ext>
              </a:extLst>
            </p:cNvPr>
            <p:cNvGrpSpPr/>
            <p:nvPr/>
          </p:nvGrpSpPr>
          <p:grpSpPr>
            <a:xfrm>
              <a:off x="8547218" y="3714664"/>
              <a:ext cx="1921216" cy="1626190"/>
              <a:chOff x="6994943" y="1610086"/>
              <a:chExt cx="1921216" cy="1626190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35" name="Content Placeholder 27">
                    <a:extLst>
                      <a:ext uri="{FF2B5EF4-FFF2-40B4-BE49-F238E27FC236}">
                        <a16:creationId xmlns:a16="http://schemas.microsoft.com/office/drawing/2014/main" id="{BD7E3ED5-DFE3-43B7-800F-7998780DA448}"/>
                      </a:ext>
                    </a:extLst>
                  </p:cNvPr>
                  <p:cNvGraphicFramePr>
                    <a:graphicFrameLocks/>
                  </p:cNvGraphicFramePr>
                  <p:nvPr/>
                </p:nvGraphicFramePr>
                <p:xfrm>
                  <a:off x="6994943" y="2687636"/>
                  <a:ext cx="89201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34919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4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Choice>
            <mc:Fallback xmlns="">
              <p:graphicFrame>
                <p:nvGraphicFramePr>
                  <p:cNvPr id="35" name="Content Placeholder 27">
                    <a:extLst>
                      <a:ext uri="{FF2B5EF4-FFF2-40B4-BE49-F238E27FC236}">
                        <a16:creationId xmlns:a16="http://schemas.microsoft.com/office/drawing/2014/main" id="{BD7E3ED5-DFE3-43B7-800F-7998780DA448}"/>
                      </a:ext>
                    </a:extLst>
                  </p:cNvPr>
                  <p:cNvGraphicFramePr>
                    <a:graphicFrameLocks/>
                  </p:cNvGraphicFramePr>
                  <p:nvPr/>
                </p:nvGraphicFramePr>
                <p:xfrm>
                  <a:off x="6994943" y="2687636"/>
                  <a:ext cx="89201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34919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4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Fallback>
          </mc:AlternateContent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3266A1C4-82FF-49EA-963C-37C8ABAF9A07}"/>
                  </a:ext>
                </a:extLst>
              </p:cNvPr>
              <p:cNvGrpSpPr/>
              <p:nvPr/>
            </p:nvGrpSpPr>
            <p:grpSpPr>
              <a:xfrm>
                <a:off x="7441257" y="1610086"/>
                <a:ext cx="1185350" cy="1101528"/>
                <a:chOff x="7441257" y="1610086"/>
                <a:chExt cx="1185350" cy="110152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Oval 9">
                      <a:extLst>
                        <a:ext uri="{FF2B5EF4-FFF2-40B4-BE49-F238E27FC236}">
                          <a16:creationId xmlns:a16="http://schemas.microsoft.com/office/drawing/2014/main" id="{8CA5AA8F-FE81-412C-A505-2B713535BC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74610" y="1610086"/>
                      <a:ext cx="520700" cy="520700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HK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HK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en-HK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HK" dirty="0"/>
                    </a:p>
                  </p:txBody>
                </p:sp>
              </mc:Choice>
              <mc:Fallback xmlns="">
                <p:sp>
                  <p:nvSpPr>
                    <p:cNvPr id="38" name="Oval 9">
                      <a:extLst>
                        <a:ext uri="{FF2B5EF4-FFF2-40B4-BE49-F238E27FC236}">
                          <a16:creationId xmlns:a16="http://schemas.microsoft.com/office/drawing/2014/main" id="{8CA5AA8F-FE81-412C-A505-2B713535BC1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74610" y="1610086"/>
                      <a:ext cx="520700" cy="520700"/>
                    </a:xfrm>
                    <a:prstGeom prst="ellipse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9" name="Straight Arrow Connector 20">
                  <a:extLst>
                    <a:ext uri="{FF2B5EF4-FFF2-40B4-BE49-F238E27FC236}">
                      <a16:creationId xmlns:a16="http://schemas.microsoft.com/office/drawing/2014/main" id="{4283B59F-B89D-4417-978C-A577B8E89C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441257" y="2054531"/>
                  <a:ext cx="317428" cy="65708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0" name="TextBox 21">
                  <a:extLst>
                    <a:ext uri="{FF2B5EF4-FFF2-40B4-BE49-F238E27FC236}">
                      <a16:creationId xmlns:a16="http://schemas.microsoft.com/office/drawing/2014/main" id="{BBE3214F-2525-4618-98D9-6F254FE10473}"/>
                    </a:ext>
                  </a:extLst>
                </p:cNvPr>
                <p:cNvSpPr txBox="1"/>
                <p:nvPr/>
              </p:nvSpPr>
              <p:spPr>
                <a:xfrm>
                  <a:off x="7557601" y="2226399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/>
                    <a:t>0</a:t>
                  </a:r>
                </a:p>
              </p:txBody>
            </p:sp>
            <p:cxnSp>
              <p:nvCxnSpPr>
                <p:cNvPr id="41" name="Straight Arrow Connector 34">
                  <a:extLst>
                    <a:ext uri="{FF2B5EF4-FFF2-40B4-BE49-F238E27FC236}">
                      <a16:creationId xmlns:a16="http://schemas.microsoft.com/office/drawing/2014/main" id="{D727F6AA-EF31-4DC1-8B73-8CDC0C7A5B8A}"/>
                    </a:ext>
                  </a:extLst>
                </p:cNvPr>
                <p:cNvCxnSpPr>
                  <a:cxnSpLocks/>
                  <a:stCxn id="38" idx="5"/>
                </p:cNvCxnSpPr>
                <p:nvPr/>
              </p:nvCxnSpPr>
              <p:spPr>
                <a:xfrm>
                  <a:off x="8119055" y="2054531"/>
                  <a:ext cx="366854" cy="65708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2" name="TextBox 35">
                  <a:extLst>
                    <a:ext uri="{FF2B5EF4-FFF2-40B4-BE49-F238E27FC236}">
                      <a16:creationId xmlns:a16="http://schemas.microsoft.com/office/drawing/2014/main" id="{29C1ED43-1900-4A49-A23F-34C2BF7E8484}"/>
                    </a:ext>
                  </a:extLst>
                </p:cNvPr>
                <p:cNvSpPr txBox="1"/>
                <p:nvPr/>
              </p:nvSpPr>
              <p:spPr>
                <a:xfrm>
                  <a:off x="8313701" y="2243642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/>
                    <a:t>1</a:t>
                  </a: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37" name="Content Placeholder 27">
                    <a:extLst>
                      <a:ext uri="{FF2B5EF4-FFF2-40B4-BE49-F238E27FC236}">
                        <a16:creationId xmlns:a16="http://schemas.microsoft.com/office/drawing/2014/main" id="{9DB467A8-3535-419D-8B9B-63D00E58C948}"/>
                      </a:ext>
                    </a:extLst>
                  </p:cNvPr>
                  <p:cNvGraphicFramePr>
                    <a:graphicFrameLocks/>
                  </p:cNvGraphicFramePr>
                  <p:nvPr/>
                </p:nvGraphicFramePr>
                <p:xfrm>
                  <a:off x="8024148" y="2681550"/>
                  <a:ext cx="89201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34919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5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6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7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8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Choice>
            <mc:Fallback xmlns="">
              <p:graphicFrame>
                <p:nvGraphicFramePr>
                  <p:cNvPr id="37" name="Content Placeholder 27">
                    <a:extLst>
                      <a:ext uri="{FF2B5EF4-FFF2-40B4-BE49-F238E27FC236}">
                        <a16:creationId xmlns:a16="http://schemas.microsoft.com/office/drawing/2014/main" id="{9DB467A8-3535-419D-8B9B-63D00E58C948}"/>
                      </a:ext>
                    </a:extLst>
                  </p:cNvPr>
                  <p:cNvGraphicFramePr>
                    <a:graphicFrameLocks/>
                  </p:cNvGraphicFramePr>
                  <p:nvPr/>
                </p:nvGraphicFramePr>
                <p:xfrm>
                  <a:off x="8024148" y="2681550"/>
                  <a:ext cx="89201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34919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5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6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7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8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Fallback>
          </mc:AlternateContent>
        </p:grpSp>
        <p:grpSp>
          <p:nvGrpSpPr>
            <p:cNvPr id="43" name="Group 11">
              <a:extLst>
                <a:ext uri="{FF2B5EF4-FFF2-40B4-BE49-F238E27FC236}">
                  <a16:creationId xmlns:a16="http://schemas.microsoft.com/office/drawing/2014/main" id="{2BADB1B6-4161-4054-8895-8F978BCBAC4F}"/>
                </a:ext>
              </a:extLst>
            </p:cNvPr>
            <p:cNvGrpSpPr/>
            <p:nvPr/>
          </p:nvGrpSpPr>
          <p:grpSpPr>
            <a:xfrm>
              <a:off x="5034934" y="3709537"/>
              <a:ext cx="1929663" cy="1620104"/>
              <a:chOff x="3998598" y="1693306"/>
              <a:chExt cx="1929663" cy="1620104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52B859C0-743E-4993-BAD4-36F1443C0DF4}"/>
                  </a:ext>
                </a:extLst>
              </p:cNvPr>
              <p:cNvGrpSpPr/>
              <p:nvPr/>
            </p:nvGrpSpPr>
            <p:grpSpPr>
              <a:xfrm>
                <a:off x="4453359" y="1693306"/>
                <a:ext cx="1185350" cy="1101528"/>
                <a:chOff x="4453359" y="1693306"/>
                <a:chExt cx="1185350" cy="110152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Oval 9">
                      <a:extLst>
                        <a:ext uri="{FF2B5EF4-FFF2-40B4-BE49-F238E27FC236}">
                          <a16:creationId xmlns:a16="http://schemas.microsoft.com/office/drawing/2014/main" id="{84271741-0306-4ECD-8AB1-7B37F76D8B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86712" y="1693306"/>
                      <a:ext cx="520700" cy="520700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HK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HK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en-H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HK" dirty="0"/>
                    </a:p>
                  </p:txBody>
                </p:sp>
              </mc:Choice>
              <mc:Fallback xmlns="">
                <p:sp>
                  <p:nvSpPr>
                    <p:cNvPr id="47" name="Oval 9">
                      <a:extLst>
                        <a:ext uri="{FF2B5EF4-FFF2-40B4-BE49-F238E27FC236}">
                          <a16:creationId xmlns:a16="http://schemas.microsoft.com/office/drawing/2014/main" id="{84271741-0306-4ECD-8AB1-7B37F76D8B7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86712" y="1693306"/>
                      <a:ext cx="520700" cy="520700"/>
                    </a:xfrm>
                    <a:prstGeom prst="ellipse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8" name="Straight Arrow Connector 20">
                  <a:extLst>
                    <a:ext uri="{FF2B5EF4-FFF2-40B4-BE49-F238E27FC236}">
                      <a16:creationId xmlns:a16="http://schemas.microsoft.com/office/drawing/2014/main" id="{939D70EC-A735-4E0C-AA47-8B4403F02A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453359" y="2137751"/>
                  <a:ext cx="317428" cy="65708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9" name="TextBox 21">
                  <a:extLst>
                    <a:ext uri="{FF2B5EF4-FFF2-40B4-BE49-F238E27FC236}">
                      <a16:creationId xmlns:a16="http://schemas.microsoft.com/office/drawing/2014/main" id="{8543AA9F-F243-4BE9-AEB6-62E3E22AB06F}"/>
                    </a:ext>
                  </a:extLst>
                </p:cNvPr>
                <p:cNvSpPr txBox="1"/>
                <p:nvPr/>
              </p:nvSpPr>
              <p:spPr>
                <a:xfrm>
                  <a:off x="4569703" y="2309619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/>
                    <a:t>0</a:t>
                  </a:r>
                </a:p>
              </p:txBody>
            </p:sp>
            <p:cxnSp>
              <p:nvCxnSpPr>
                <p:cNvPr id="50" name="Straight Arrow Connector 34">
                  <a:extLst>
                    <a:ext uri="{FF2B5EF4-FFF2-40B4-BE49-F238E27FC236}">
                      <a16:creationId xmlns:a16="http://schemas.microsoft.com/office/drawing/2014/main" id="{A9713E2C-7A21-4E1D-89DF-1DF44D180252}"/>
                    </a:ext>
                  </a:extLst>
                </p:cNvPr>
                <p:cNvCxnSpPr>
                  <a:cxnSpLocks/>
                  <a:stCxn id="47" idx="5"/>
                </p:cNvCxnSpPr>
                <p:nvPr/>
              </p:nvCxnSpPr>
              <p:spPr>
                <a:xfrm>
                  <a:off x="5131157" y="2137751"/>
                  <a:ext cx="366854" cy="65708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1" name="TextBox 35">
                  <a:extLst>
                    <a:ext uri="{FF2B5EF4-FFF2-40B4-BE49-F238E27FC236}">
                      <a16:creationId xmlns:a16="http://schemas.microsoft.com/office/drawing/2014/main" id="{8564BE38-FF24-40F9-88DD-E96C2E617B96}"/>
                    </a:ext>
                  </a:extLst>
                </p:cNvPr>
                <p:cNvSpPr txBox="1"/>
                <p:nvPr/>
              </p:nvSpPr>
              <p:spPr>
                <a:xfrm>
                  <a:off x="5325803" y="2326862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/>
                    <a:t>1</a:t>
                  </a: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45" name="Content Placeholder 27">
                    <a:extLst>
                      <a:ext uri="{FF2B5EF4-FFF2-40B4-BE49-F238E27FC236}">
                        <a16:creationId xmlns:a16="http://schemas.microsoft.com/office/drawing/2014/main" id="{0138D79B-E242-400C-B5EA-561F9D8EA398}"/>
                      </a:ext>
                    </a:extLst>
                  </p:cNvPr>
                  <p:cNvGraphicFramePr>
                    <a:graphicFrameLocks/>
                  </p:cNvGraphicFramePr>
                  <p:nvPr/>
                </p:nvGraphicFramePr>
                <p:xfrm>
                  <a:off x="5036250" y="2764770"/>
                  <a:ext cx="89201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34919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4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6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7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8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Choice>
            <mc:Fallback xmlns="">
              <p:graphicFrame>
                <p:nvGraphicFramePr>
                  <p:cNvPr id="45" name="Content Placeholder 27">
                    <a:extLst>
                      <a:ext uri="{FF2B5EF4-FFF2-40B4-BE49-F238E27FC236}">
                        <a16:creationId xmlns:a16="http://schemas.microsoft.com/office/drawing/2014/main" id="{0138D79B-E242-400C-B5EA-561F9D8EA398}"/>
                      </a:ext>
                    </a:extLst>
                  </p:cNvPr>
                  <p:cNvGraphicFramePr>
                    <a:graphicFrameLocks/>
                  </p:cNvGraphicFramePr>
                  <p:nvPr/>
                </p:nvGraphicFramePr>
                <p:xfrm>
                  <a:off x="5036250" y="2764770"/>
                  <a:ext cx="89201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34919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4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6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7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8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46" name="Content Placeholder 27">
                    <a:extLst>
                      <a:ext uri="{FF2B5EF4-FFF2-40B4-BE49-F238E27FC236}">
                        <a16:creationId xmlns:a16="http://schemas.microsoft.com/office/drawing/2014/main" id="{D8B2D3AB-ACAA-4FEF-BC83-E551D73CC738}"/>
                      </a:ext>
                    </a:extLst>
                  </p:cNvPr>
                  <p:cNvGraphicFramePr>
                    <a:graphicFrameLocks/>
                  </p:cNvGraphicFramePr>
                  <p:nvPr/>
                </p:nvGraphicFramePr>
                <p:xfrm>
                  <a:off x="3998598" y="2764770"/>
                  <a:ext cx="89201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34919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5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Choice>
            <mc:Fallback xmlns="">
              <p:graphicFrame>
                <p:nvGraphicFramePr>
                  <p:cNvPr id="46" name="Content Placeholder 27">
                    <a:extLst>
                      <a:ext uri="{FF2B5EF4-FFF2-40B4-BE49-F238E27FC236}">
                        <a16:creationId xmlns:a16="http://schemas.microsoft.com/office/drawing/2014/main" id="{D8B2D3AB-ACAA-4FEF-BC83-E551D73CC738}"/>
                      </a:ext>
                    </a:extLst>
                  </p:cNvPr>
                  <p:cNvGraphicFramePr>
                    <a:graphicFrameLocks/>
                  </p:cNvGraphicFramePr>
                  <p:nvPr/>
                </p:nvGraphicFramePr>
                <p:xfrm>
                  <a:off x="3998598" y="2764770"/>
                  <a:ext cx="89201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34919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24406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5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Rectangle 4">
                  <a:extLst>
                    <a:ext uri="{FF2B5EF4-FFF2-40B4-BE49-F238E27FC236}">
                      <a16:creationId xmlns:a16="http://schemas.microsoft.com/office/drawing/2014/main" id="{21408240-791D-4A9D-8F70-E752B27E11FE}"/>
                    </a:ext>
                  </a:extLst>
                </p:cNvPr>
                <p:cNvSpPr/>
                <p:nvPr/>
              </p:nvSpPr>
              <p:spPr>
                <a:xfrm>
                  <a:off x="1477836" y="3644477"/>
                  <a:ext cx="2371170" cy="193899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  <a:tabLst>
                      <a:tab pos="538163" algn="ctr"/>
                      <a:tab pos="985838" algn="ctr"/>
                      <a:tab pos="1436688" algn="ctr"/>
                      <a:tab pos="1884363" algn="ctr"/>
                    </a:tabLst>
                  </a:pPr>
                  <a:r>
                    <a:rPr lang="en-HK" sz="1200"/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HK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HK" sz="12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HK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HK" sz="1200"/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HK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HK" sz="12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HK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HK" sz="1200"/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HK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HK" sz="1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HK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en-HK" sz="1200"/>
                    <a:t>	</a:t>
                  </a:r>
                  <a14:m>
                    <m:oMath xmlns:m="http://schemas.openxmlformats.org/officeDocument/2006/math">
                      <m:r>
                        <a:rPr lang="en-HK" sz="1200" i="1" dirty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a14:m>
                  <a:endParaRPr lang="en-HK" sz="1200"/>
                </a:p>
                <a:p>
                  <a:pPr>
                    <a:buNone/>
                    <a:tabLst>
                      <a:tab pos="538163" algn="ctr"/>
                      <a:tab pos="985838" algn="ctr"/>
                      <a:tab pos="1436688" algn="ctr"/>
                      <a:tab pos="1884363" algn="ctr"/>
                    </a:tabLst>
                  </a:pPr>
                  <a:r>
                    <a:rPr lang="en-HK" sz="1200"/>
                    <a:t>1.	0	0	0	0</a:t>
                  </a:r>
                </a:p>
                <a:p>
                  <a:pPr>
                    <a:buNone/>
                    <a:tabLst>
                      <a:tab pos="538163" algn="ctr"/>
                      <a:tab pos="985838" algn="ctr"/>
                      <a:tab pos="1436688" algn="ctr"/>
                      <a:tab pos="1884363" algn="ctr"/>
                    </a:tabLst>
                  </a:pPr>
                  <a:r>
                    <a:rPr lang="en-HK" sz="1200"/>
                    <a:t>2.	0	0	0	0</a:t>
                  </a:r>
                </a:p>
                <a:p>
                  <a:pPr>
                    <a:buNone/>
                    <a:tabLst>
                      <a:tab pos="538163" algn="ctr"/>
                      <a:tab pos="985838" algn="ctr"/>
                      <a:tab pos="1436688" algn="ctr"/>
                      <a:tab pos="1884363" algn="ctr"/>
                    </a:tabLst>
                  </a:pPr>
                  <a:r>
                    <a:rPr lang="en-HK" sz="1200"/>
                    <a:t>3.	0	0	1	1</a:t>
                  </a:r>
                </a:p>
                <a:p>
                  <a:pPr marL="342900" indent="-342900">
                    <a:buAutoNum type="arabicPeriod" startAt="4"/>
                    <a:tabLst>
                      <a:tab pos="538163" algn="ctr"/>
                      <a:tab pos="985838" algn="ctr"/>
                      <a:tab pos="1436688" algn="ctr"/>
                      <a:tab pos="1884363" algn="ctr"/>
                    </a:tabLst>
                  </a:pPr>
                  <a:r>
                    <a:rPr lang="en-HK" sz="1200"/>
                    <a:t>	1	0	1	1</a:t>
                  </a:r>
                </a:p>
                <a:p>
                  <a:pPr>
                    <a:buNone/>
                    <a:tabLst>
                      <a:tab pos="538163" algn="ctr"/>
                      <a:tab pos="985838" algn="ctr"/>
                      <a:tab pos="1436688" algn="ctr"/>
                      <a:tab pos="1884363" algn="ctr"/>
                    </a:tabLst>
                  </a:pPr>
                  <a:r>
                    <a:rPr lang="en-HK" sz="1200"/>
                    <a:t>5.	0	1	0	2</a:t>
                  </a:r>
                </a:p>
                <a:p>
                  <a:pPr>
                    <a:buNone/>
                    <a:tabLst>
                      <a:tab pos="538163" algn="ctr"/>
                      <a:tab pos="985838" algn="ctr"/>
                      <a:tab pos="1436688" algn="ctr"/>
                      <a:tab pos="1884363" algn="ctr"/>
                    </a:tabLst>
                  </a:pPr>
                  <a:r>
                    <a:rPr lang="en-HK" sz="1200"/>
                    <a:t>6.	1	1	0	2</a:t>
                  </a:r>
                </a:p>
                <a:p>
                  <a:pPr>
                    <a:buNone/>
                    <a:tabLst>
                      <a:tab pos="538163" algn="ctr"/>
                      <a:tab pos="985838" algn="ctr"/>
                      <a:tab pos="1436688" algn="ctr"/>
                      <a:tab pos="1884363" algn="ctr"/>
                    </a:tabLst>
                  </a:pPr>
                  <a:r>
                    <a:rPr lang="en-HK" sz="1200"/>
                    <a:t>7.	1	1	1	3</a:t>
                  </a:r>
                </a:p>
                <a:p>
                  <a:pPr>
                    <a:buNone/>
                    <a:tabLst>
                      <a:tab pos="538163" algn="ctr"/>
                      <a:tab pos="985838" algn="ctr"/>
                      <a:tab pos="1436688" algn="ctr"/>
                      <a:tab pos="1884363" algn="ctr"/>
                    </a:tabLst>
                  </a:pPr>
                  <a:r>
                    <a:rPr lang="en-HK" sz="1200"/>
                    <a:t>8.	1	1	1	3</a:t>
                  </a:r>
                </a:p>
                <a:p>
                  <a:pPr>
                    <a:tabLst>
                      <a:tab pos="538163" algn="ctr"/>
                      <a:tab pos="985838" algn="ctr"/>
                      <a:tab pos="1436688" algn="ctr"/>
                      <a:tab pos="1884363" algn="ctr"/>
                    </a:tabLst>
                  </a:pPr>
                  <a:endParaRPr lang="en-HK" sz="1200"/>
                </a:p>
              </p:txBody>
            </p:sp>
          </mc:Choice>
          <mc:Fallback xmlns="">
            <p:sp>
              <p:nvSpPr>
                <p:cNvPr id="52" name="Rectangle 4">
                  <a:extLst>
                    <a:ext uri="{FF2B5EF4-FFF2-40B4-BE49-F238E27FC236}">
                      <a16:creationId xmlns:a16="http://schemas.microsoft.com/office/drawing/2014/main" id="{21408240-791D-4A9D-8F70-E752B27E11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7836" y="3644477"/>
                  <a:ext cx="2371170" cy="193899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Rectangle 27">
                  <a:extLst>
                    <a:ext uri="{FF2B5EF4-FFF2-40B4-BE49-F238E27FC236}">
                      <a16:creationId xmlns:a16="http://schemas.microsoft.com/office/drawing/2014/main" id="{620EDD90-0540-429C-B27D-1004824EC85F}"/>
                    </a:ext>
                  </a:extLst>
                </p:cNvPr>
                <p:cNvSpPr/>
                <p:nvPr/>
              </p:nvSpPr>
              <p:spPr>
                <a:xfrm>
                  <a:off x="1587200" y="5396794"/>
                  <a:ext cx="1626920" cy="6463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HK" smtClean="0">
                          <a:latin typeface="Cambria Math" panose="02040503050406030204" pitchFamily="18" charset="0"/>
                        </a:rPr>
                        <m:t>Info</m:t>
                      </m:r>
                      <m:d>
                        <m:dPr>
                          <m:ctrlPr>
                            <a:rPr lang="en-H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HK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HK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HK"/>
                    <a:t> 2 </a:t>
                  </a:r>
                </a:p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HK">
                          <a:latin typeface="Cambria Math" panose="02040503050406030204" pitchFamily="18" charset="0"/>
                        </a:rPr>
                        <m:t>Gini</m:t>
                      </m:r>
                      <m:d>
                        <m:dPr>
                          <m:ctrlPr>
                            <a:rPr lang="en-H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HK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HK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HK"/>
                    <a:t>0.75</a:t>
                  </a:r>
                </a:p>
              </p:txBody>
            </p:sp>
          </mc:Choice>
          <mc:Fallback xmlns="">
            <p:sp>
              <p:nvSpPr>
                <p:cNvPr id="53" name="Rectangle 27">
                  <a:extLst>
                    <a:ext uri="{FF2B5EF4-FFF2-40B4-BE49-F238E27FC236}">
                      <a16:creationId xmlns:a16="http://schemas.microsoft.com/office/drawing/2014/main" id="{620EDD90-0540-429C-B27D-1004824EC85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7200" y="5396794"/>
                  <a:ext cx="1626920" cy="646331"/>
                </a:xfrm>
                <a:prstGeom prst="rect">
                  <a:avLst/>
                </a:prstGeom>
                <a:blipFill>
                  <a:blip r:embed="rId6"/>
                  <a:stretch>
                    <a:fillRect t="-4717" r="-2622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 10">
                  <a:extLst>
                    <a:ext uri="{FF2B5EF4-FFF2-40B4-BE49-F238E27FC236}">
                      <a16:creationId xmlns:a16="http://schemas.microsoft.com/office/drawing/2014/main" id="{51490DD2-2AE9-4DC1-89CB-59141C36D869}"/>
                    </a:ext>
                  </a:extLst>
                </p:cNvPr>
                <p:cNvSpPr/>
                <p:nvPr/>
              </p:nvSpPr>
              <p:spPr>
                <a:xfrm>
                  <a:off x="3538448" y="5397440"/>
                  <a:ext cx="2067104" cy="69390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H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HK" b="0" i="0" smtClean="0">
                              <a:latin typeface="Cambria Math" panose="02040503050406030204" pitchFamily="18" charset="0"/>
                            </a:rPr>
                            <m:t>Info</m:t>
                          </m:r>
                        </m:e>
                        <m:sub>
                          <m:sSub>
                            <m:sSubPr>
                              <m:ctrlPr>
                                <a:rPr lang="en-H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HK" i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HK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H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HK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HK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H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1.5</m:t>
                      </m:r>
                    </m:oMath>
                  </a14:m>
                  <a:r>
                    <a:rPr lang="en-HK" dirty="0"/>
                    <a:t> 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H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HK" b="0" i="0" smtClean="0">
                              <a:latin typeface="Cambria Math" panose="02040503050406030204" pitchFamily="18" charset="0"/>
                            </a:rPr>
                            <m:t>Gini</m:t>
                          </m:r>
                        </m:e>
                        <m:sub>
                          <m:sSub>
                            <m:sSubPr>
                              <m:ctrlPr>
                                <a:rPr lang="en-H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HK" i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HK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H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HK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HK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H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HK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H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62</m:t>
                      </m:r>
                      <m:r>
                        <a:rPr lang="en-HK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a14:m>
                  <a:r>
                    <a:rPr lang="en-HK" dirty="0"/>
                    <a:t> </a:t>
                  </a:r>
                </a:p>
              </p:txBody>
            </p:sp>
          </mc:Choice>
          <mc:Fallback xmlns="">
            <p:sp>
              <p:nvSpPr>
                <p:cNvPr id="54" name="Rectangle 10">
                  <a:extLst>
                    <a:ext uri="{FF2B5EF4-FFF2-40B4-BE49-F238E27FC236}">
                      <a16:creationId xmlns:a16="http://schemas.microsoft.com/office/drawing/2014/main" id="{51490DD2-2AE9-4DC1-89CB-59141C36D8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8448" y="5397440"/>
                  <a:ext cx="2067104" cy="69390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29">
                  <a:extLst>
                    <a:ext uri="{FF2B5EF4-FFF2-40B4-BE49-F238E27FC236}">
                      <a16:creationId xmlns:a16="http://schemas.microsoft.com/office/drawing/2014/main" id="{4746ED3D-163D-4ED2-82E3-6C1696307312}"/>
                    </a:ext>
                  </a:extLst>
                </p:cNvPr>
                <p:cNvSpPr/>
                <p:nvPr/>
              </p:nvSpPr>
              <p:spPr>
                <a:xfrm>
                  <a:off x="7860706" y="5379923"/>
                  <a:ext cx="1811393" cy="69390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H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HK" b="0" i="0" smtClean="0">
                              <a:latin typeface="Cambria Math" panose="02040503050406030204" pitchFamily="18" charset="0"/>
                            </a:rPr>
                            <m:t>Info</m:t>
                          </m:r>
                        </m:e>
                        <m:sub>
                          <m:sSub>
                            <m:sSubPr>
                              <m:ctrlPr>
                                <a:rPr lang="en-H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HK" i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H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H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HK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HK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H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a14:m>
                  <a:r>
                    <a:rPr lang="en-HK" dirty="0"/>
                    <a:t> 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Gini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)=0.5</m:t>
                      </m:r>
                    </m:oMath>
                  </a14:m>
                  <a:r>
                    <a:rPr lang="en-HK" dirty="0"/>
                    <a:t> </a:t>
                  </a:r>
                </a:p>
              </p:txBody>
            </p:sp>
          </mc:Choice>
          <mc:Fallback xmlns="">
            <p:sp>
              <p:nvSpPr>
                <p:cNvPr id="55" name="Rectangle 29">
                  <a:extLst>
                    <a:ext uri="{FF2B5EF4-FFF2-40B4-BE49-F238E27FC236}">
                      <a16:creationId xmlns:a16="http://schemas.microsoft.com/office/drawing/2014/main" id="{4746ED3D-163D-4ED2-82E3-6C169630731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60706" y="5379923"/>
                  <a:ext cx="1811393" cy="693908"/>
                </a:xfrm>
                <a:prstGeom prst="rect">
                  <a:avLst/>
                </a:prstGeom>
                <a:blipFill>
                  <a:blip r:embed="rId8"/>
                  <a:stretch>
                    <a:fillRect b="-53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ctangle 28">
                  <a:extLst>
                    <a:ext uri="{FF2B5EF4-FFF2-40B4-BE49-F238E27FC236}">
                      <a16:creationId xmlns:a16="http://schemas.microsoft.com/office/drawing/2014/main" id="{CD62F679-7538-412E-BD28-905C143E4A6F}"/>
                    </a:ext>
                  </a:extLst>
                </p:cNvPr>
                <p:cNvSpPr/>
                <p:nvPr/>
              </p:nvSpPr>
              <p:spPr>
                <a:xfrm>
                  <a:off x="5473100" y="5403712"/>
                  <a:ext cx="2204963" cy="69390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Gain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HK" dirty="0">
                            <a:latin typeface="Cambria Math" panose="02040503050406030204" pitchFamily="18" charset="0"/>
                          </a:rPr>
                          <m:t>0.5</m:t>
                        </m:r>
                      </m:oMath>
                    </m:oMathPara>
                  </a14:m>
                  <a:endParaRPr lang="en-HK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HK" i="1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Gini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0.125</m:t>
                        </m:r>
                      </m:oMath>
                    </m:oMathPara>
                  </a14:m>
                  <a:endParaRPr lang="en-HK" dirty="0"/>
                </a:p>
              </p:txBody>
            </p:sp>
          </mc:Choice>
          <mc:Fallback xmlns="">
            <p:sp>
              <p:nvSpPr>
                <p:cNvPr id="56" name="Rectangle 28">
                  <a:extLst>
                    <a:ext uri="{FF2B5EF4-FFF2-40B4-BE49-F238E27FC236}">
                      <a16:creationId xmlns:a16="http://schemas.microsoft.com/office/drawing/2014/main" id="{CD62F679-7538-412E-BD28-905C143E4A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3100" y="5403712"/>
                  <a:ext cx="2204963" cy="69390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ctangle 31">
                  <a:extLst>
                    <a:ext uri="{FF2B5EF4-FFF2-40B4-BE49-F238E27FC236}">
                      <a16:creationId xmlns:a16="http://schemas.microsoft.com/office/drawing/2014/main" id="{187C1E09-9B80-4C88-A1CF-4539DFF98A2D}"/>
                    </a:ext>
                  </a:extLst>
                </p:cNvPr>
                <p:cNvSpPr/>
                <p:nvPr/>
              </p:nvSpPr>
              <p:spPr>
                <a:xfrm>
                  <a:off x="9505759" y="5373837"/>
                  <a:ext cx="2273058" cy="69390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Gain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</m:t>
                      </m:r>
                    </m:oMath>
                  </a14:m>
                  <a:r>
                    <a:rPr lang="en-HK" dirty="0"/>
                    <a:t>______</a:t>
                  </a:r>
                </a:p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HK" i="1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Gini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</m:t>
                      </m:r>
                    </m:oMath>
                  </a14:m>
                  <a:r>
                    <a:rPr lang="en-HK" dirty="0"/>
                    <a:t>______ </a:t>
                  </a:r>
                </a:p>
              </p:txBody>
            </p:sp>
          </mc:Choice>
          <mc:Fallback xmlns="">
            <p:sp>
              <p:nvSpPr>
                <p:cNvPr id="57" name="Rectangle 31">
                  <a:extLst>
                    <a:ext uri="{FF2B5EF4-FFF2-40B4-BE49-F238E27FC236}">
                      <a16:creationId xmlns:a16="http://schemas.microsoft.com/office/drawing/2014/main" id="{187C1E09-9B80-4C88-A1CF-4539DFF98A2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05759" y="5373837"/>
                  <a:ext cx="2273058" cy="693908"/>
                </a:xfrm>
                <a:prstGeom prst="rect">
                  <a:avLst/>
                </a:prstGeom>
                <a:blipFill>
                  <a:blip r:embed="rId10"/>
                  <a:stretch>
                    <a:fillRect t="-5455" r="-1667" b="-109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68">
                <a:extLst>
                  <a:ext uri="{FF2B5EF4-FFF2-40B4-BE49-F238E27FC236}">
                    <a16:creationId xmlns:a16="http://schemas.microsoft.com/office/drawing/2014/main" id="{D5A3800E-C017-48A4-B97F-A1DD04BD2FB5}"/>
                  </a:ext>
                </a:extLst>
              </p:cNvPr>
              <p:cNvSpPr txBox="1"/>
              <p:nvPr/>
            </p:nvSpPr>
            <p:spPr>
              <a:xfrm>
                <a:off x="4012307" y="6059921"/>
                <a:ext cx="59313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HK" dirty="0"/>
                  <a:t>What is the best splitting attribute?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u="sng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1" u="sng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HK" u="sng" dirty="0"/>
                  <a:t> 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u="sng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1" u="sng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HK" u="sng" dirty="0"/>
                  <a:t> / same</a:t>
                </a:r>
              </a:p>
            </p:txBody>
          </p:sp>
        </mc:Choice>
        <mc:Fallback xmlns="">
          <p:sp>
            <p:nvSpPr>
              <p:cNvPr id="58" name="TextBox 68">
                <a:extLst>
                  <a:ext uri="{FF2B5EF4-FFF2-40B4-BE49-F238E27FC236}">
                    <a16:creationId xmlns:a16="http://schemas.microsoft.com/office/drawing/2014/main" id="{D5A3800E-C017-48A4-B97F-A1DD04BD2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307" y="6059921"/>
                <a:ext cx="5931367" cy="369332"/>
              </a:xfrm>
              <a:prstGeom prst="rect">
                <a:avLst/>
              </a:prstGeom>
              <a:blipFill>
                <a:blip r:embed="rId11"/>
                <a:stretch>
                  <a:fillRect l="-641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1228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60C3290F-D73C-4536-BB8C-9C2DFA48B674}"/>
              </a:ext>
            </a:extLst>
          </p:cNvPr>
          <p:cNvSpPr/>
          <p:nvPr/>
        </p:nvSpPr>
        <p:spPr>
          <a:xfrm>
            <a:off x="2673780" y="1629094"/>
            <a:ext cx="555318" cy="279935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2FAC4B7-6005-4226-9CBE-7958F15A8D62}"/>
                  </a:ext>
                </a:extLst>
              </p:cNvPr>
              <p:cNvSpPr/>
              <p:nvPr/>
            </p:nvSpPr>
            <p:spPr>
              <a:xfrm>
                <a:off x="2301837" y="4462318"/>
                <a:ext cx="165493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i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HK" dirty="0"/>
                  <a:t>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2FAC4B7-6005-4226-9CBE-7958F15A8D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837" y="4462318"/>
                <a:ext cx="165493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4">
                <a:extLst>
                  <a:ext uri="{FF2B5EF4-FFF2-40B4-BE49-F238E27FC236}">
                    <a16:creationId xmlns:a16="http://schemas.microsoft.com/office/drawing/2014/main" id="{F0ABDACB-F299-4E9E-A5A3-4EDC6627ADAD}"/>
                  </a:ext>
                </a:extLst>
              </p:cNvPr>
              <p:cNvSpPr/>
              <p:nvPr/>
            </p:nvSpPr>
            <p:spPr>
              <a:xfrm>
                <a:off x="999591" y="1752969"/>
                <a:ext cx="3348379" cy="2862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r>
                  <a:rPr lang="en-HK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HK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HK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HK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HK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HK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HK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HK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HK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HK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HK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HK" i="0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endParaRPr lang="en-HK" dirty="0"/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  <a:tab pos="2292350" algn="ctr"/>
                  </a:tabLst>
                </a:pPr>
                <a:r>
                  <a:rPr lang="en-HK" dirty="0"/>
                  <a:t>1.	0	0	0	00	0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  <a:tab pos="2292350" algn="ctr"/>
                  </a:tabLst>
                </a:pPr>
                <a:r>
                  <a:rPr lang="en-HK" dirty="0"/>
                  <a:t>2.	0	0	0	00	0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  <a:tab pos="2292350" algn="ctr"/>
                  </a:tabLst>
                </a:pPr>
                <a:r>
                  <a:rPr lang="en-HK" dirty="0"/>
                  <a:t>3.	0	0	1	01	1</a:t>
                </a:r>
              </a:p>
              <a:p>
                <a:pPr marL="342900" indent="-342900">
                  <a:buAutoNum type="arabicPeriod" startAt="4"/>
                  <a:tabLst>
                    <a:tab pos="538163" algn="ctr"/>
                    <a:tab pos="985838" algn="ctr"/>
                    <a:tab pos="1436688" algn="ctr"/>
                    <a:tab pos="1884363" algn="ctr"/>
                    <a:tab pos="2292350" algn="ctr"/>
                  </a:tabLst>
                </a:pPr>
                <a:r>
                  <a:rPr lang="en-HK" dirty="0"/>
                  <a:t>	1	0	1	11	1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  <a:tab pos="2292350" algn="ctr"/>
                  </a:tabLst>
                </a:pPr>
                <a:r>
                  <a:rPr lang="en-HK" dirty="0"/>
                  <a:t>5.	0	1	0	00	2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  <a:tab pos="2292350" algn="ctr"/>
                  </a:tabLst>
                </a:pPr>
                <a:r>
                  <a:rPr lang="en-HK" dirty="0"/>
                  <a:t>6.	1	1	0	10	2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  <a:tab pos="2292350" algn="ctr"/>
                  </a:tabLst>
                </a:pPr>
                <a:r>
                  <a:rPr lang="en-HK" dirty="0"/>
                  <a:t>7.	1	1	1	11	3</a:t>
                </a:r>
              </a:p>
              <a:p>
                <a:pPr>
                  <a:buNone/>
                  <a:tabLst>
                    <a:tab pos="538163" algn="ctr"/>
                    <a:tab pos="985838" algn="ctr"/>
                    <a:tab pos="1436688" algn="ctr"/>
                    <a:tab pos="1884363" algn="ctr"/>
                    <a:tab pos="2292350" algn="ctr"/>
                  </a:tabLst>
                </a:pPr>
                <a:r>
                  <a:rPr lang="en-HK" dirty="0"/>
                  <a:t>8.	1	1	1	11	3</a:t>
                </a:r>
              </a:p>
              <a:p>
                <a:pPr>
                  <a:tabLst>
                    <a:tab pos="538163" algn="ctr"/>
                    <a:tab pos="985838" algn="ctr"/>
                    <a:tab pos="1436688" algn="ctr"/>
                    <a:tab pos="1884363" algn="ctr"/>
                  </a:tabLst>
                </a:pPr>
                <a:endParaRPr lang="en-HK" dirty="0"/>
              </a:p>
            </p:txBody>
          </p:sp>
        </mc:Choice>
        <mc:Fallback xmlns="">
          <p:sp>
            <p:nvSpPr>
              <p:cNvPr id="27" name="Rectangle 4">
                <a:extLst>
                  <a:ext uri="{FF2B5EF4-FFF2-40B4-BE49-F238E27FC236}">
                    <a16:creationId xmlns:a16="http://schemas.microsoft.com/office/drawing/2014/main" id="{F0ABDACB-F299-4E9E-A5A3-4EDC6627AD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591" y="1752969"/>
                <a:ext cx="3348379" cy="2862322"/>
              </a:xfrm>
              <a:prstGeom prst="rect">
                <a:avLst/>
              </a:prstGeom>
              <a:blipFill>
                <a:blip r:embed="rId3"/>
                <a:stretch>
                  <a:fillRect l="-1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A24C8D-F6BA-422A-A951-E3D573DFD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601E6D31-AFE9-49C5-817F-4DA46DC17803}"/>
              </a:ext>
            </a:extLst>
          </p:cNvPr>
          <p:cNvGrpSpPr/>
          <p:nvPr/>
        </p:nvGrpSpPr>
        <p:grpSpPr>
          <a:xfrm>
            <a:off x="3911954" y="1108394"/>
            <a:ext cx="3686510" cy="2692262"/>
            <a:chOff x="3911954" y="1108394"/>
            <a:chExt cx="3686510" cy="269226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F9A1BD51-C87A-4D37-803C-D15948986542}"/>
                </a:ext>
              </a:extLst>
            </p:cNvPr>
            <p:cNvGrpSpPr/>
            <p:nvPr/>
          </p:nvGrpSpPr>
          <p:grpSpPr>
            <a:xfrm>
              <a:off x="5199702" y="1108394"/>
              <a:ext cx="1185350" cy="1101528"/>
              <a:chOff x="4453359" y="1693306"/>
              <a:chExt cx="1185350" cy="110152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Oval 9">
                    <a:extLst>
                      <a:ext uri="{FF2B5EF4-FFF2-40B4-BE49-F238E27FC236}">
                        <a16:creationId xmlns:a16="http://schemas.microsoft.com/office/drawing/2014/main" id="{7F161BA6-F8E8-4529-B4AF-66A4C96E23B0}"/>
                      </a:ext>
                    </a:extLst>
                  </p:cNvPr>
                  <p:cNvSpPr/>
                  <p:nvPr/>
                </p:nvSpPr>
                <p:spPr>
                  <a:xfrm>
                    <a:off x="4686712" y="1693306"/>
                    <a:ext cx="520700" cy="520700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HK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HK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HK" dirty="0"/>
                  </a:p>
                </p:txBody>
              </p:sp>
            </mc:Choice>
            <mc:Fallback xmlns="">
              <p:sp>
                <p:nvSpPr>
                  <p:cNvPr id="33" name="Oval 9">
                    <a:extLst>
                      <a:ext uri="{FF2B5EF4-FFF2-40B4-BE49-F238E27FC236}">
                        <a16:creationId xmlns:a16="http://schemas.microsoft.com/office/drawing/2014/main" id="{7F161BA6-F8E8-4529-B4AF-66A4C96E23B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86712" y="1693306"/>
                    <a:ext cx="520700" cy="520700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" name="Straight Arrow Connector 20">
                <a:extLst>
                  <a:ext uri="{FF2B5EF4-FFF2-40B4-BE49-F238E27FC236}">
                    <a16:creationId xmlns:a16="http://schemas.microsoft.com/office/drawing/2014/main" id="{3042463D-0A99-4CEA-B761-4388B73B0E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53359" y="2137751"/>
                <a:ext cx="317428" cy="6570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5" name="TextBox 21">
                <a:extLst>
                  <a:ext uri="{FF2B5EF4-FFF2-40B4-BE49-F238E27FC236}">
                    <a16:creationId xmlns:a16="http://schemas.microsoft.com/office/drawing/2014/main" id="{337B86D2-6FDF-449F-BCFB-60F9F38CA861}"/>
                  </a:ext>
                </a:extLst>
              </p:cNvPr>
              <p:cNvSpPr txBox="1"/>
              <p:nvPr/>
            </p:nvSpPr>
            <p:spPr>
              <a:xfrm>
                <a:off x="4569703" y="2309619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/>
                  <a:t>0</a:t>
                </a:r>
              </a:p>
            </p:txBody>
          </p:sp>
          <p:cxnSp>
            <p:nvCxnSpPr>
              <p:cNvPr id="36" name="Straight Arrow Connector 34">
                <a:extLst>
                  <a:ext uri="{FF2B5EF4-FFF2-40B4-BE49-F238E27FC236}">
                    <a16:creationId xmlns:a16="http://schemas.microsoft.com/office/drawing/2014/main" id="{C7228480-2EBD-402B-9113-13A55973D760}"/>
                  </a:ext>
                </a:extLst>
              </p:cNvPr>
              <p:cNvCxnSpPr>
                <a:cxnSpLocks/>
                <a:stCxn id="33" idx="5"/>
              </p:cNvCxnSpPr>
              <p:nvPr/>
            </p:nvCxnSpPr>
            <p:spPr>
              <a:xfrm>
                <a:off x="5131157" y="2137751"/>
                <a:ext cx="366854" cy="6570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7" name="TextBox 35">
                <a:extLst>
                  <a:ext uri="{FF2B5EF4-FFF2-40B4-BE49-F238E27FC236}">
                    <a16:creationId xmlns:a16="http://schemas.microsoft.com/office/drawing/2014/main" id="{BFB36854-9943-48E4-9E76-727C5CAD61BF}"/>
                  </a:ext>
                </a:extLst>
              </p:cNvPr>
              <p:cNvSpPr txBox="1"/>
              <p:nvPr/>
            </p:nvSpPr>
            <p:spPr>
              <a:xfrm>
                <a:off x="5325803" y="2326862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/>
                  <a:t>1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8" name="Content Placeholder 27">
                  <a:extLst>
                    <a:ext uri="{FF2B5EF4-FFF2-40B4-BE49-F238E27FC236}">
                      <a16:creationId xmlns:a16="http://schemas.microsoft.com/office/drawing/2014/main" id="{1893B0CD-0AE2-4EA7-BBC7-25631C983F0D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913629156"/>
                    </p:ext>
                  </p:extLst>
                </p:nvPr>
              </p:nvGraphicFramePr>
              <p:xfrm>
                <a:off x="6706453" y="2179858"/>
                <a:ext cx="8920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4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6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7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8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38" name="Content Placeholder 27">
                  <a:extLst>
                    <a:ext uri="{FF2B5EF4-FFF2-40B4-BE49-F238E27FC236}">
                      <a16:creationId xmlns:a16="http://schemas.microsoft.com/office/drawing/2014/main" id="{1893B0CD-0AE2-4EA7-BBC7-25631C983F0D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913629156"/>
                    </p:ext>
                  </p:extLst>
                </p:nvPr>
              </p:nvGraphicFramePr>
              <p:xfrm>
                <a:off x="6706453" y="2179858"/>
                <a:ext cx="8920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4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6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7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8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9" name="Content Placeholder 27">
                  <a:extLst>
                    <a:ext uri="{FF2B5EF4-FFF2-40B4-BE49-F238E27FC236}">
                      <a16:creationId xmlns:a16="http://schemas.microsoft.com/office/drawing/2014/main" id="{53947142-FE83-4726-BDB7-91260CCF93F4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100266616"/>
                    </p:ext>
                  </p:extLst>
                </p:nvPr>
              </p:nvGraphicFramePr>
              <p:xfrm>
                <a:off x="3911954" y="2179858"/>
                <a:ext cx="8920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5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39" name="Content Placeholder 27">
                  <a:extLst>
                    <a:ext uri="{FF2B5EF4-FFF2-40B4-BE49-F238E27FC236}">
                      <a16:creationId xmlns:a16="http://schemas.microsoft.com/office/drawing/2014/main" id="{53947142-FE83-4726-BDB7-91260CCF93F4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100266616"/>
                    </p:ext>
                  </p:extLst>
                </p:nvPr>
              </p:nvGraphicFramePr>
              <p:xfrm>
                <a:off x="3911954" y="2179858"/>
                <a:ext cx="89201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34919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24406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5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chemeClr val="tx1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Oval 9">
                  <a:extLst>
                    <a:ext uri="{FF2B5EF4-FFF2-40B4-BE49-F238E27FC236}">
                      <a16:creationId xmlns:a16="http://schemas.microsoft.com/office/drawing/2014/main" id="{9CA2B014-8D52-4BE6-8796-B299C23ABA43}"/>
                    </a:ext>
                  </a:extLst>
                </p:cNvPr>
                <p:cNvSpPr/>
                <p:nvPr/>
              </p:nvSpPr>
              <p:spPr>
                <a:xfrm>
                  <a:off x="4813918" y="2175570"/>
                  <a:ext cx="520700" cy="5207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HK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HK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HK" dirty="0"/>
                </a:p>
              </p:txBody>
            </p:sp>
          </mc:Choice>
          <mc:Fallback xmlns="">
            <p:sp>
              <p:nvSpPr>
                <p:cNvPr id="40" name="Oval 9">
                  <a:extLst>
                    <a:ext uri="{FF2B5EF4-FFF2-40B4-BE49-F238E27FC236}">
                      <a16:creationId xmlns:a16="http://schemas.microsoft.com/office/drawing/2014/main" id="{9CA2B014-8D52-4BE6-8796-B299C23ABA4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3918" y="2175570"/>
                  <a:ext cx="520700" cy="520700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Straight Arrow Connector 20">
              <a:extLst>
                <a:ext uri="{FF2B5EF4-FFF2-40B4-BE49-F238E27FC236}">
                  <a16:creationId xmlns:a16="http://schemas.microsoft.com/office/drawing/2014/main" id="{0B29917A-4F60-42F1-886E-0D8D8A2BED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80565" y="2620015"/>
              <a:ext cx="317428" cy="6570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TextBox 21">
              <a:extLst>
                <a:ext uri="{FF2B5EF4-FFF2-40B4-BE49-F238E27FC236}">
                  <a16:creationId xmlns:a16="http://schemas.microsoft.com/office/drawing/2014/main" id="{12A8255B-578F-4665-AAB0-B23B548F62DD}"/>
                </a:ext>
              </a:extLst>
            </p:cNvPr>
            <p:cNvSpPr txBox="1"/>
            <p:nvPr/>
          </p:nvSpPr>
          <p:spPr>
            <a:xfrm>
              <a:off x="4696909" y="279188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0</a:t>
              </a:r>
            </a:p>
          </p:txBody>
        </p:sp>
        <p:cxnSp>
          <p:nvCxnSpPr>
            <p:cNvPr id="43" name="Straight Arrow Connector 34">
              <a:extLst>
                <a:ext uri="{FF2B5EF4-FFF2-40B4-BE49-F238E27FC236}">
                  <a16:creationId xmlns:a16="http://schemas.microsoft.com/office/drawing/2014/main" id="{35C66867-D645-4E06-9A2D-F85878C89961}"/>
                </a:ext>
              </a:extLst>
            </p:cNvPr>
            <p:cNvCxnSpPr>
              <a:cxnSpLocks/>
              <a:stCxn id="40" idx="5"/>
            </p:cNvCxnSpPr>
            <p:nvPr/>
          </p:nvCxnSpPr>
          <p:spPr>
            <a:xfrm>
              <a:off x="5258363" y="2620015"/>
              <a:ext cx="258543" cy="65321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TextBox 35">
              <a:extLst>
                <a:ext uri="{FF2B5EF4-FFF2-40B4-BE49-F238E27FC236}">
                  <a16:creationId xmlns:a16="http://schemas.microsoft.com/office/drawing/2014/main" id="{B7681AA9-88F0-4F88-9102-C32CC2B67B8A}"/>
                </a:ext>
              </a:extLst>
            </p:cNvPr>
            <p:cNvSpPr txBox="1"/>
            <p:nvPr/>
          </p:nvSpPr>
          <p:spPr>
            <a:xfrm>
              <a:off x="5453009" y="2809126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45" name="Content Placeholder 27">
                  <a:extLst>
                    <a:ext uri="{FF2B5EF4-FFF2-40B4-BE49-F238E27FC236}">
                      <a16:creationId xmlns:a16="http://schemas.microsoft.com/office/drawing/2014/main" id="{ABB82B43-AF81-4260-B583-F0B71BDAA73D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821755888"/>
                    </p:ext>
                  </p:extLst>
                </p:nvPr>
              </p:nvGraphicFramePr>
              <p:xfrm>
                <a:off x="5331645" y="3252016"/>
                <a:ext cx="23389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33891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45" name="Content Placeholder 27">
                  <a:extLst>
                    <a:ext uri="{FF2B5EF4-FFF2-40B4-BE49-F238E27FC236}">
                      <a16:creationId xmlns:a16="http://schemas.microsoft.com/office/drawing/2014/main" id="{ABB82B43-AF81-4260-B583-F0B71BDAA73D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821755888"/>
                    </p:ext>
                  </p:extLst>
                </p:nvPr>
              </p:nvGraphicFramePr>
              <p:xfrm>
                <a:off x="5331645" y="3252016"/>
                <a:ext cx="23389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33891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46" name="Content Placeholder 27">
                  <a:extLst>
                    <a:ext uri="{FF2B5EF4-FFF2-40B4-BE49-F238E27FC236}">
                      <a16:creationId xmlns:a16="http://schemas.microsoft.com/office/drawing/2014/main" id="{44512CB0-D44C-4B84-991B-C882C120A58F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347193864"/>
                    </p:ext>
                  </p:extLst>
                </p:nvPr>
              </p:nvGraphicFramePr>
              <p:xfrm>
                <a:off x="4250931" y="3230680"/>
                <a:ext cx="634856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18296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08280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rgbClr val="FF0000"/>
                                </a:solidFill>
                              </a:rPr>
                              <a:t>5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rgbClr val="FF0000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46" name="Content Placeholder 27">
                  <a:extLst>
                    <a:ext uri="{FF2B5EF4-FFF2-40B4-BE49-F238E27FC236}">
                      <a16:creationId xmlns:a16="http://schemas.microsoft.com/office/drawing/2014/main" id="{44512CB0-D44C-4B84-991B-C882C120A58F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347193864"/>
                    </p:ext>
                  </p:extLst>
                </p:nvPr>
              </p:nvGraphicFramePr>
              <p:xfrm>
                <a:off x="4250931" y="3230680"/>
                <a:ext cx="634856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18296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08280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rgbClr val="FF0000"/>
                                </a:solidFill>
                              </a:rPr>
                              <a:t>5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0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rgbClr val="FF0000"/>
                                </a:solidFill>
                              </a:rPr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Oval 9">
                  <a:extLst>
                    <a:ext uri="{FF2B5EF4-FFF2-40B4-BE49-F238E27FC236}">
                      <a16:creationId xmlns:a16="http://schemas.microsoft.com/office/drawing/2014/main" id="{F8EC9DD5-67C7-466E-883E-918C151B4A9D}"/>
                    </a:ext>
                  </a:extLst>
                </p:cNvPr>
                <p:cNvSpPr/>
                <p:nvPr/>
              </p:nvSpPr>
              <p:spPr>
                <a:xfrm>
                  <a:off x="6170406" y="2161391"/>
                  <a:ext cx="520700" cy="5207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HK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HK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HK" dirty="0"/>
                </a:p>
              </p:txBody>
            </p:sp>
          </mc:Choice>
          <mc:Fallback xmlns="">
            <p:sp>
              <p:nvSpPr>
                <p:cNvPr id="47" name="Oval 9">
                  <a:extLst>
                    <a:ext uri="{FF2B5EF4-FFF2-40B4-BE49-F238E27FC236}">
                      <a16:creationId xmlns:a16="http://schemas.microsoft.com/office/drawing/2014/main" id="{F8EC9DD5-67C7-466E-883E-918C151B4A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0406" y="2161391"/>
                  <a:ext cx="520700" cy="520700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Straight Arrow Connector 20">
              <a:extLst>
                <a:ext uri="{FF2B5EF4-FFF2-40B4-BE49-F238E27FC236}">
                  <a16:creationId xmlns:a16="http://schemas.microsoft.com/office/drawing/2014/main" id="{D57FDD3A-9065-4A6C-AB05-88F89BBC0D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37053" y="2605836"/>
              <a:ext cx="317428" cy="6570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TextBox 21">
              <a:extLst>
                <a:ext uri="{FF2B5EF4-FFF2-40B4-BE49-F238E27FC236}">
                  <a16:creationId xmlns:a16="http://schemas.microsoft.com/office/drawing/2014/main" id="{8CC0F592-1B2E-46DF-8F1D-2676C2DE7878}"/>
                </a:ext>
              </a:extLst>
            </p:cNvPr>
            <p:cNvSpPr txBox="1"/>
            <p:nvPr/>
          </p:nvSpPr>
          <p:spPr>
            <a:xfrm>
              <a:off x="6053397" y="277770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0</a:t>
              </a:r>
            </a:p>
          </p:txBody>
        </p:sp>
        <p:cxnSp>
          <p:nvCxnSpPr>
            <p:cNvPr id="50" name="Straight Arrow Connector 34">
              <a:extLst>
                <a:ext uri="{FF2B5EF4-FFF2-40B4-BE49-F238E27FC236}">
                  <a16:creationId xmlns:a16="http://schemas.microsoft.com/office/drawing/2014/main" id="{FF30564F-F1B2-492B-8109-AEF95A80F30F}"/>
                </a:ext>
              </a:extLst>
            </p:cNvPr>
            <p:cNvCxnSpPr>
              <a:cxnSpLocks/>
              <a:stCxn id="47" idx="5"/>
            </p:cNvCxnSpPr>
            <p:nvPr/>
          </p:nvCxnSpPr>
          <p:spPr>
            <a:xfrm>
              <a:off x="6614851" y="2605836"/>
              <a:ext cx="258543" cy="65321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TextBox 35">
              <a:extLst>
                <a:ext uri="{FF2B5EF4-FFF2-40B4-BE49-F238E27FC236}">
                  <a16:creationId xmlns:a16="http://schemas.microsoft.com/office/drawing/2014/main" id="{D1DE7950-1DA2-4966-9C4E-3DB7B4ED3C39}"/>
                </a:ext>
              </a:extLst>
            </p:cNvPr>
            <p:cNvSpPr txBox="1"/>
            <p:nvPr/>
          </p:nvSpPr>
          <p:spPr>
            <a:xfrm>
              <a:off x="6809497" y="2794947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52" name="Content Placeholder 27">
                  <a:extLst>
                    <a:ext uri="{FF2B5EF4-FFF2-40B4-BE49-F238E27FC236}">
                      <a16:creationId xmlns:a16="http://schemas.microsoft.com/office/drawing/2014/main" id="{CB3B1300-F498-4CC0-BF76-DFC740A7FB14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489289722"/>
                    </p:ext>
                  </p:extLst>
                </p:nvPr>
              </p:nvGraphicFramePr>
              <p:xfrm>
                <a:off x="5834283" y="3237837"/>
                <a:ext cx="23389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33891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6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52" name="Content Placeholder 27">
                  <a:extLst>
                    <a:ext uri="{FF2B5EF4-FFF2-40B4-BE49-F238E27FC236}">
                      <a16:creationId xmlns:a16="http://schemas.microsoft.com/office/drawing/2014/main" id="{CB3B1300-F498-4CC0-BF76-DFC740A7FB14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489289722"/>
                    </p:ext>
                  </p:extLst>
                </p:nvPr>
              </p:nvGraphicFramePr>
              <p:xfrm>
                <a:off x="5834283" y="3237837"/>
                <a:ext cx="233891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33891">
                        <a:extLst>
                          <a:ext uri="{9D8B030D-6E8A-4147-A177-3AD203B41FA5}">
                            <a16:colId xmlns:a16="http://schemas.microsoft.com/office/drawing/2014/main" val="1616932205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6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2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53" name="Content Placeholder 27">
                  <a:extLst>
                    <a:ext uri="{FF2B5EF4-FFF2-40B4-BE49-F238E27FC236}">
                      <a16:creationId xmlns:a16="http://schemas.microsoft.com/office/drawing/2014/main" id="{7300FF7E-C50B-4575-9779-B77D128F24A8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991801725"/>
                    </p:ext>
                  </p:extLst>
                </p:nvPr>
              </p:nvGraphicFramePr>
              <p:xfrm>
                <a:off x="6539488" y="3216501"/>
                <a:ext cx="634856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18296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08280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rgbClr val="FF0000"/>
                                </a:solidFill>
                              </a:rPr>
                              <a:t>4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7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8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rgbClr val="FF0000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53" name="Content Placeholder 27">
                  <a:extLst>
                    <a:ext uri="{FF2B5EF4-FFF2-40B4-BE49-F238E27FC236}">
                      <a16:creationId xmlns:a16="http://schemas.microsoft.com/office/drawing/2014/main" id="{7300FF7E-C50B-4575-9779-B77D128F24A8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991801725"/>
                    </p:ext>
                  </p:extLst>
                </p:nvPr>
              </p:nvGraphicFramePr>
              <p:xfrm>
                <a:off x="6539488" y="3216501"/>
                <a:ext cx="634856" cy="548640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08280">
                        <a:extLst>
                          <a:ext uri="{9D8B030D-6E8A-4147-A177-3AD203B41FA5}">
                            <a16:colId xmlns:a16="http://schemas.microsoft.com/office/drawing/2014/main" val="3398199886"/>
                          </a:ext>
                        </a:extLst>
                      </a:gridCol>
                      <a:gridCol w="218296">
                        <a:extLst>
                          <a:ext uri="{9D8B030D-6E8A-4147-A177-3AD203B41FA5}">
                            <a16:colId xmlns:a16="http://schemas.microsoft.com/office/drawing/2014/main" val="1751438753"/>
                          </a:ext>
                        </a:extLst>
                      </a:gridCol>
                      <a:gridCol w="208280">
                        <a:extLst>
                          <a:ext uri="{9D8B030D-6E8A-4147-A177-3AD203B41FA5}">
                            <a16:colId xmlns:a16="http://schemas.microsoft.com/office/drawing/2014/main" val="3121447777"/>
                          </a:ext>
                        </a:extLst>
                      </a:gridCol>
                    </a:tblGrid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rgbClr val="FF0000"/>
                                </a:solidFill>
                              </a:rPr>
                              <a:t>4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7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8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>
                            <a:noFill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344450256"/>
                        </a:ext>
                      </a:extLst>
                    </a:tr>
                    <a:tr h="260350">
                      <a:tc>
                        <a:txBody>
                          <a:bodyPr/>
                          <a:lstStyle/>
                          <a:p>
                            <a:r>
                              <a:rPr lang="en-HK" sz="1200">
                                <a:solidFill>
                                  <a:srgbClr val="FF0000"/>
                                </a:solidFill>
                              </a:rPr>
                              <a:t>1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r>
                              <a:rPr lang="en-HK" sz="1200"/>
                              <a:t>3</a:t>
                            </a:r>
                          </a:p>
                        </a:txBody>
                        <a:tcPr>
                          <a:lnL w="1270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>
                            <a:noFill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>
                            <a:noFill/>
                          </a:lnB>
                          <a:lnTlToBr w="12700" cmpd="sng">
                            <a:noFill/>
                            <a:prstDash val="solid"/>
                          </a:lnTlToBr>
                          <a:lnBlToTr w="12700" cmpd="sng">
                            <a:noFill/>
                            <a:prstDash val="solid"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2525275585"/>
                        </a:ext>
                      </a:extLst>
                    </a:tr>
                  </a:tbl>
                </a:graphicData>
              </a:graphic>
            </p:graphicFrame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D006710-9BB4-4209-BACB-E1AB1AB90255}"/>
              </a:ext>
            </a:extLst>
          </p:cNvPr>
          <p:cNvGrpSpPr/>
          <p:nvPr/>
        </p:nvGrpSpPr>
        <p:grpSpPr>
          <a:xfrm>
            <a:off x="4581278" y="3756294"/>
            <a:ext cx="2304696" cy="1776045"/>
            <a:chOff x="3776274" y="437961"/>
            <a:chExt cx="2304696" cy="17760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Oval 9">
                  <a:extLst>
                    <a:ext uri="{FF2B5EF4-FFF2-40B4-BE49-F238E27FC236}">
                      <a16:creationId xmlns:a16="http://schemas.microsoft.com/office/drawing/2014/main" id="{11053152-9B06-4A26-A092-5BB4A99EEC85}"/>
                    </a:ext>
                  </a:extLst>
                </p:cNvPr>
                <p:cNvSpPr/>
                <p:nvPr/>
              </p:nvSpPr>
              <p:spPr>
                <a:xfrm>
                  <a:off x="4686712" y="1693306"/>
                  <a:ext cx="520700" cy="520700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HK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HK"/>
                </a:p>
              </p:txBody>
            </p:sp>
          </mc:Choice>
          <mc:Fallback xmlns="">
            <p:sp>
              <p:nvSpPr>
                <p:cNvPr id="59" name="Oval 9">
                  <a:extLst>
                    <a:ext uri="{FF2B5EF4-FFF2-40B4-BE49-F238E27FC236}">
                      <a16:creationId xmlns:a16="http://schemas.microsoft.com/office/drawing/2014/main" id="{11053152-9B06-4A26-A092-5BB4A99EEC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6712" y="1693306"/>
                  <a:ext cx="520700" cy="520700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Straight Arrow Connector 20">
              <a:extLst>
                <a:ext uri="{FF2B5EF4-FFF2-40B4-BE49-F238E27FC236}">
                  <a16:creationId xmlns:a16="http://schemas.microsoft.com/office/drawing/2014/main" id="{6085670E-B452-4BD3-A969-A89F39EA2B5C}"/>
                </a:ext>
              </a:extLst>
            </p:cNvPr>
            <p:cNvCxnSpPr>
              <a:cxnSpLocks/>
              <a:stCxn id="59" idx="1"/>
            </p:cNvCxnSpPr>
            <p:nvPr/>
          </p:nvCxnSpPr>
          <p:spPr>
            <a:xfrm flipH="1" flipV="1">
              <a:off x="3776274" y="437961"/>
              <a:ext cx="986693" cy="13316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TextBox 21">
              <a:extLst>
                <a:ext uri="{FF2B5EF4-FFF2-40B4-BE49-F238E27FC236}">
                  <a16:creationId xmlns:a16="http://schemas.microsoft.com/office/drawing/2014/main" id="{34AFE482-7F30-40B2-887A-DD537B0D993E}"/>
                </a:ext>
              </a:extLst>
            </p:cNvPr>
            <p:cNvSpPr txBox="1"/>
            <p:nvPr/>
          </p:nvSpPr>
          <p:spPr>
            <a:xfrm>
              <a:off x="3896973" y="1061024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00</a:t>
              </a:r>
            </a:p>
          </p:txBody>
        </p:sp>
        <p:cxnSp>
          <p:nvCxnSpPr>
            <p:cNvPr id="62" name="Straight Arrow Connector 34">
              <a:extLst>
                <a:ext uri="{FF2B5EF4-FFF2-40B4-BE49-F238E27FC236}">
                  <a16:creationId xmlns:a16="http://schemas.microsoft.com/office/drawing/2014/main" id="{0A934D96-1AAB-4DB8-9886-1310AEDEFD6E}"/>
                </a:ext>
              </a:extLst>
            </p:cNvPr>
            <p:cNvCxnSpPr>
              <a:cxnSpLocks/>
              <a:stCxn id="59" idx="7"/>
            </p:cNvCxnSpPr>
            <p:nvPr/>
          </p:nvCxnSpPr>
          <p:spPr>
            <a:xfrm flipV="1">
              <a:off x="5131157" y="445357"/>
              <a:ext cx="949813" cy="13242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TextBox 35">
              <a:extLst>
                <a:ext uri="{FF2B5EF4-FFF2-40B4-BE49-F238E27FC236}">
                  <a16:creationId xmlns:a16="http://schemas.microsoft.com/office/drawing/2014/main" id="{7CED4646-0D66-4A71-ADDE-01267DD3F8B8}"/>
                </a:ext>
              </a:extLst>
            </p:cNvPr>
            <p:cNvSpPr txBox="1"/>
            <p:nvPr/>
          </p:nvSpPr>
          <p:spPr>
            <a:xfrm>
              <a:off x="5489908" y="1173015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11</a:t>
              </a:r>
            </a:p>
          </p:txBody>
        </p:sp>
        <p:cxnSp>
          <p:nvCxnSpPr>
            <p:cNvPr id="65" name="Straight Arrow Connector 20">
              <a:extLst>
                <a:ext uri="{FF2B5EF4-FFF2-40B4-BE49-F238E27FC236}">
                  <a16:creationId xmlns:a16="http://schemas.microsoft.com/office/drawing/2014/main" id="{918A350C-6B8C-49A2-B59B-712D61BEDFA5}"/>
                </a:ext>
              </a:extLst>
            </p:cNvPr>
            <p:cNvCxnSpPr>
              <a:cxnSpLocks/>
              <a:stCxn id="59" idx="0"/>
            </p:cNvCxnSpPr>
            <p:nvPr/>
          </p:nvCxnSpPr>
          <p:spPr>
            <a:xfrm flipH="1" flipV="1">
              <a:off x="4684137" y="445357"/>
              <a:ext cx="262925" cy="124794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20">
              <a:extLst>
                <a:ext uri="{FF2B5EF4-FFF2-40B4-BE49-F238E27FC236}">
                  <a16:creationId xmlns:a16="http://schemas.microsoft.com/office/drawing/2014/main" id="{F8AA74CB-7E04-405E-B0D0-3F30594BB96B}"/>
                </a:ext>
              </a:extLst>
            </p:cNvPr>
            <p:cNvCxnSpPr>
              <a:cxnSpLocks/>
              <a:stCxn id="59" idx="0"/>
            </p:cNvCxnSpPr>
            <p:nvPr/>
          </p:nvCxnSpPr>
          <p:spPr>
            <a:xfrm flipV="1">
              <a:off x="4947062" y="437961"/>
              <a:ext cx="222245" cy="12553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TextBox 21">
              <a:extLst>
                <a:ext uri="{FF2B5EF4-FFF2-40B4-BE49-F238E27FC236}">
                  <a16:creationId xmlns:a16="http://schemas.microsoft.com/office/drawing/2014/main" id="{68CC49CF-7DC8-43DD-ACDD-53EB94DFC8BF}"/>
                </a:ext>
              </a:extLst>
            </p:cNvPr>
            <p:cNvSpPr txBox="1"/>
            <p:nvPr/>
          </p:nvSpPr>
          <p:spPr>
            <a:xfrm>
              <a:off x="4381454" y="728895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01</a:t>
              </a:r>
            </a:p>
          </p:txBody>
        </p:sp>
        <p:sp>
          <p:nvSpPr>
            <p:cNvPr id="72" name="TextBox 21">
              <a:extLst>
                <a:ext uri="{FF2B5EF4-FFF2-40B4-BE49-F238E27FC236}">
                  <a16:creationId xmlns:a16="http://schemas.microsoft.com/office/drawing/2014/main" id="{2D0EF660-5300-44BB-AA5A-5B95EF81F55A}"/>
                </a:ext>
              </a:extLst>
            </p:cNvPr>
            <p:cNvSpPr txBox="1"/>
            <p:nvPr/>
          </p:nvSpPr>
          <p:spPr>
            <a:xfrm>
              <a:off x="5079412" y="740782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/>
                <a:t>10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Content Placeholder 5">
                <a:extLst>
                  <a:ext uri="{FF2B5EF4-FFF2-40B4-BE49-F238E27FC236}">
                    <a16:creationId xmlns:a16="http://schemas.microsoft.com/office/drawing/2014/main" id="{140709DD-8205-4DD6-B2A9-7A69C0893A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2574" y="5663935"/>
                <a:ext cx="9973456" cy="94497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HK" dirty="0"/>
                  <a:t>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HK" dirty="0"/>
                  <a:t> a good splitting attribute? </a:t>
                </a:r>
                <a:r>
                  <a:rPr lang="en-HK" u="sng" dirty="0"/>
                  <a:t>Yes/No</a:t>
                </a:r>
                <a:r>
                  <a:rPr lang="en-HK" dirty="0"/>
                  <a:t>.</a:t>
                </a:r>
              </a:p>
            </p:txBody>
          </p:sp>
        </mc:Choice>
        <mc:Fallback xmlns="">
          <p:sp>
            <p:nvSpPr>
              <p:cNvPr id="91" name="Content Placeholder 5">
                <a:extLst>
                  <a:ext uri="{FF2B5EF4-FFF2-40B4-BE49-F238E27FC236}">
                    <a16:creationId xmlns:a16="http://schemas.microsoft.com/office/drawing/2014/main" id="{140709DD-8205-4DD6-B2A9-7A69C0893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574" y="5663935"/>
                <a:ext cx="9973456" cy="944970"/>
              </a:xfrm>
              <a:prstGeom prst="rect">
                <a:avLst/>
              </a:prstGeom>
              <a:blipFill>
                <a:blip r:embed="rId8"/>
                <a:stretch>
                  <a:fillRect l="-382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5230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37E05-83E1-41A0-835F-890C3C372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towards attributes with many outcomes</a:t>
            </a: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A4EB8-2287-471D-97D4-8A31F7D12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K" dirty="0"/>
              <a:t>An attribute with more outcomes tends to</a:t>
            </a:r>
          </a:p>
          <a:p>
            <a:pPr lvl="1"/>
            <a:r>
              <a:rPr lang="en-HK" dirty="0"/>
              <a:t>reduce impurity more but</a:t>
            </a:r>
          </a:p>
          <a:p>
            <a:pPr lvl="1"/>
            <a:r>
              <a:rPr lang="en-HK" dirty="0"/>
              <a:t>result in more comparisons.</a:t>
            </a:r>
          </a:p>
          <a:p>
            <a:r>
              <a:rPr lang="en-HK" dirty="0"/>
              <a:t>Issues: Such attribute may not </a:t>
            </a:r>
            <a:r>
              <a:rPr lang="en-HK" i="1" dirty="0"/>
              <a:t>minimize impurity per comparison.</a:t>
            </a:r>
            <a:endParaRPr lang="en-HK" dirty="0"/>
          </a:p>
          <a:p>
            <a:r>
              <a:rPr lang="en-HK" dirty="0"/>
              <a:t>Remedies?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FFF10-C715-4AF7-9350-0C259AE17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236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483BD-B6CC-427F-863E-499EB10CA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split also for nominal attributes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D5E240-1CF2-4A1D-A000-4746CA4FAF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31490" y="1625038"/>
                <a:ext cx="10273122" cy="4286184"/>
              </a:xfrm>
            </p:spPr>
            <p:txBody>
              <a:bodyPr/>
              <a:lstStyle/>
              <a:p>
                <a:r>
                  <a:rPr lang="en-HK" dirty="0"/>
                  <a:t>CART</a:t>
                </a:r>
                <a:r>
                  <a:rPr lang="en-HK" b="1" dirty="0"/>
                  <a:t> </a:t>
                </a:r>
                <a:r>
                  <a:rPr lang="en-HK" dirty="0"/>
                  <a:t>uses a </a:t>
                </a:r>
                <a:r>
                  <a:rPr lang="en-HK" b="1" dirty="0"/>
                  <a:t>s</a:t>
                </a:r>
                <a:r>
                  <a:rPr lang="en-HK" dirty="0"/>
                  <a:t>___________________ </a:t>
                </a:r>
                <a14:m>
                  <m:oMath xmlns:m="http://schemas.openxmlformats.org/officeDocument/2006/math">
                    <m:r>
                      <a:rPr lang="en-HK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HK" dirty="0"/>
                  <a:t> to generate a </a:t>
                </a:r>
                <a:r>
                  <a:rPr lang="en-HK" b="1" dirty="0"/>
                  <a:t>binary split</a:t>
                </a:r>
                <a:r>
                  <a:rPr lang="en-HK" dirty="0"/>
                  <a:t> (whether </a:t>
                </a:r>
                <a14:m>
                  <m:oMath xmlns:m="http://schemas.openxmlformats.org/officeDocument/2006/math">
                    <m:r>
                      <a:rPr lang="en-HK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HK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HK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HK" dirty="0"/>
                  <a:t>).</a:t>
                </a:r>
              </a:p>
              <a:p>
                <a:r>
                  <a:rPr lang="en-US" dirty="0"/>
                  <a:t>The number of outcomes is therefore limited to ______.</a:t>
                </a:r>
                <a:endParaRPr lang="en-HK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D5E240-1CF2-4A1D-A000-4746CA4FAF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31490" y="1625038"/>
                <a:ext cx="10273122" cy="4286184"/>
              </a:xfrm>
              <a:blipFill>
                <a:blip r:embed="rId2"/>
                <a:stretch>
                  <a:fillRect l="-415" t="-8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439C2-B810-4BA4-BBA4-98B656D79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0D4ED4F-7CDE-43F2-A2E7-9DC4EED16B8A}"/>
              </a:ext>
            </a:extLst>
          </p:cNvPr>
          <p:cNvGrpSpPr/>
          <p:nvPr/>
        </p:nvGrpSpPr>
        <p:grpSpPr>
          <a:xfrm>
            <a:off x="1430004" y="2523782"/>
            <a:ext cx="2910679" cy="1826940"/>
            <a:chOff x="2857234" y="3708594"/>
            <a:chExt cx="2910679" cy="182694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22F8E13-16D9-4E5A-8E1C-616433D96B98}"/>
                </a:ext>
              </a:extLst>
            </p:cNvPr>
            <p:cNvGrpSpPr/>
            <p:nvPr/>
          </p:nvGrpSpPr>
          <p:grpSpPr>
            <a:xfrm>
              <a:off x="2857234" y="4965558"/>
              <a:ext cx="2910679" cy="569976"/>
              <a:chOff x="4237983" y="3230680"/>
              <a:chExt cx="2910679" cy="569976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4" name="Content Placeholder 27">
                    <a:extLst>
                      <a:ext uri="{FF2B5EF4-FFF2-40B4-BE49-F238E27FC236}">
                        <a16:creationId xmlns:a16="http://schemas.microsoft.com/office/drawing/2014/main" id="{208A6181-9714-49C3-A629-8469A88AD2AD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959458551"/>
                      </p:ext>
                    </p:extLst>
                  </p:nvPr>
                </p:nvGraphicFramePr>
                <p:xfrm>
                  <a:off x="5372052" y="3252016"/>
                  <a:ext cx="23389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33891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Choice>
            <mc:Fallback xmlns="">
              <p:graphicFrame>
                <p:nvGraphicFramePr>
                  <p:cNvPr id="14" name="Content Placeholder 27">
                    <a:extLst>
                      <a:ext uri="{FF2B5EF4-FFF2-40B4-BE49-F238E27FC236}">
                        <a16:creationId xmlns:a16="http://schemas.microsoft.com/office/drawing/2014/main" id="{208A6181-9714-49C3-A629-8469A88AD2AD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959458551"/>
                      </p:ext>
                    </p:extLst>
                  </p:nvPr>
                </p:nvGraphicFramePr>
                <p:xfrm>
                  <a:off x="5372052" y="3252016"/>
                  <a:ext cx="23389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33891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5" name="Content Placeholder 27">
                    <a:extLst>
                      <a:ext uri="{FF2B5EF4-FFF2-40B4-BE49-F238E27FC236}">
                        <a16:creationId xmlns:a16="http://schemas.microsoft.com/office/drawing/2014/main" id="{E34B4D28-B532-45F8-9088-E531416BC47A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126667300"/>
                      </p:ext>
                    </p:extLst>
                  </p:nvPr>
                </p:nvGraphicFramePr>
                <p:xfrm>
                  <a:off x="4237983" y="3230680"/>
                  <a:ext cx="634856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18296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5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Choice>
            <mc:Fallback xmlns="">
              <p:graphicFrame>
                <p:nvGraphicFramePr>
                  <p:cNvPr id="15" name="Content Placeholder 27">
                    <a:extLst>
                      <a:ext uri="{FF2B5EF4-FFF2-40B4-BE49-F238E27FC236}">
                        <a16:creationId xmlns:a16="http://schemas.microsoft.com/office/drawing/2014/main" id="{E34B4D28-B532-45F8-9088-E531416BC47A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126667300"/>
                      </p:ext>
                    </p:extLst>
                  </p:nvPr>
                </p:nvGraphicFramePr>
                <p:xfrm>
                  <a:off x="4237983" y="3230680"/>
                  <a:ext cx="634856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18296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5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21" name="Content Placeholder 27">
                    <a:extLst>
                      <a:ext uri="{FF2B5EF4-FFF2-40B4-BE49-F238E27FC236}">
                        <a16:creationId xmlns:a16="http://schemas.microsoft.com/office/drawing/2014/main" id="{F10541F7-E2CA-4ADD-86ED-878020EE007A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989463427"/>
                      </p:ext>
                    </p:extLst>
                  </p:nvPr>
                </p:nvGraphicFramePr>
                <p:xfrm>
                  <a:off x="5834877" y="3237837"/>
                  <a:ext cx="23389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33891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6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Choice>
            <mc:Fallback xmlns="">
              <p:graphicFrame>
                <p:nvGraphicFramePr>
                  <p:cNvPr id="21" name="Content Placeholder 27">
                    <a:extLst>
                      <a:ext uri="{FF2B5EF4-FFF2-40B4-BE49-F238E27FC236}">
                        <a16:creationId xmlns:a16="http://schemas.microsoft.com/office/drawing/2014/main" id="{F10541F7-E2CA-4ADD-86ED-878020EE007A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989463427"/>
                      </p:ext>
                    </p:extLst>
                  </p:nvPr>
                </p:nvGraphicFramePr>
                <p:xfrm>
                  <a:off x="5834877" y="3237837"/>
                  <a:ext cx="23389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33891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6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22" name="Content Placeholder 27">
                    <a:extLst>
                      <a:ext uri="{FF2B5EF4-FFF2-40B4-BE49-F238E27FC236}">
                        <a16:creationId xmlns:a16="http://schemas.microsoft.com/office/drawing/2014/main" id="{7CA662F4-60D4-42F7-9AE9-A334471B14CD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4104403141"/>
                      </p:ext>
                    </p:extLst>
                  </p:nvPr>
                </p:nvGraphicFramePr>
                <p:xfrm>
                  <a:off x="6513806" y="3236381"/>
                  <a:ext cx="634856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18296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4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7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8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Choice>
            <mc:Fallback xmlns="">
              <p:graphicFrame>
                <p:nvGraphicFramePr>
                  <p:cNvPr id="22" name="Content Placeholder 27">
                    <a:extLst>
                      <a:ext uri="{FF2B5EF4-FFF2-40B4-BE49-F238E27FC236}">
                        <a16:creationId xmlns:a16="http://schemas.microsoft.com/office/drawing/2014/main" id="{7CA662F4-60D4-42F7-9AE9-A334471B14CD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4104403141"/>
                      </p:ext>
                    </p:extLst>
                  </p:nvPr>
                </p:nvGraphicFramePr>
                <p:xfrm>
                  <a:off x="6513806" y="3236381"/>
                  <a:ext cx="634856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18296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4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7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8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Fallback>
          </mc:AlternateContent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FD8DF94-E9C2-4A03-A27C-AA318442AC89}"/>
                </a:ext>
              </a:extLst>
            </p:cNvPr>
            <p:cNvGrpSpPr/>
            <p:nvPr/>
          </p:nvGrpSpPr>
          <p:grpSpPr>
            <a:xfrm>
              <a:off x="3200529" y="3708594"/>
              <a:ext cx="2304696" cy="1334170"/>
              <a:chOff x="-1539827" y="985340"/>
              <a:chExt cx="2304696" cy="133417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Oval 9">
                    <a:extLst>
                      <a:ext uri="{FF2B5EF4-FFF2-40B4-BE49-F238E27FC236}">
                        <a16:creationId xmlns:a16="http://schemas.microsoft.com/office/drawing/2014/main" id="{49EED7BD-A490-400F-9F24-00BE8F4C860B}"/>
                      </a:ext>
                    </a:extLst>
                  </p:cNvPr>
                  <p:cNvSpPr/>
                  <p:nvPr/>
                </p:nvSpPr>
                <p:spPr>
                  <a:xfrm>
                    <a:off x="-631964" y="985340"/>
                    <a:ext cx="520700" cy="520700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HK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HK" dirty="0"/>
                  </a:p>
                </p:txBody>
              </p:sp>
            </mc:Choice>
            <mc:Fallback xmlns="">
              <p:sp>
                <p:nvSpPr>
                  <p:cNvPr id="33" name="Oval 9">
                    <a:extLst>
                      <a:ext uri="{FF2B5EF4-FFF2-40B4-BE49-F238E27FC236}">
                        <a16:creationId xmlns:a16="http://schemas.microsoft.com/office/drawing/2014/main" id="{49EED7BD-A490-400F-9F24-00BE8F4C860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631964" y="985340"/>
                    <a:ext cx="520700" cy="520700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" name="Straight Arrow Connector 20">
                <a:extLst>
                  <a:ext uri="{FF2B5EF4-FFF2-40B4-BE49-F238E27FC236}">
                    <a16:creationId xmlns:a16="http://schemas.microsoft.com/office/drawing/2014/main" id="{43CF863C-1FBB-452C-9903-ABD9D0DBD864}"/>
                  </a:ext>
                </a:extLst>
              </p:cNvPr>
              <p:cNvCxnSpPr>
                <a:cxnSpLocks/>
                <a:stCxn id="33" idx="3"/>
              </p:cNvCxnSpPr>
              <p:nvPr/>
            </p:nvCxnSpPr>
            <p:spPr>
              <a:xfrm flipH="1">
                <a:off x="-1539827" y="1429785"/>
                <a:ext cx="984118" cy="8897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5" name="TextBox 21">
                <a:extLst>
                  <a:ext uri="{FF2B5EF4-FFF2-40B4-BE49-F238E27FC236}">
                    <a16:creationId xmlns:a16="http://schemas.microsoft.com/office/drawing/2014/main" id="{CACF013F-7A21-46D6-B736-34E5A816FD85}"/>
                  </a:ext>
                </a:extLst>
              </p:cNvPr>
              <p:cNvSpPr txBox="1"/>
              <p:nvPr/>
            </p:nvSpPr>
            <p:spPr>
              <a:xfrm>
                <a:off x="-1379212" y="1530128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/>
                  <a:t>00</a:t>
                </a:r>
              </a:p>
            </p:txBody>
          </p:sp>
          <p:cxnSp>
            <p:nvCxnSpPr>
              <p:cNvPr id="36" name="Straight Arrow Connector 34">
                <a:extLst>
                  <a:ext uri="{FF2B5EF4-FFF2-40B4-BE49-F238E27FC236}">
                    <a16:creationId xmlns:a16="http://schemas.microsoft.com/office/drawing/2014/main" id="{AEE47EFD-E71F-427D-B9B0-09245FFAB698}"/>
                  </a:ext>
                </a:extLst>
              </p:cNvPr>
              <p:cNvCxnSpPr>
                <a:cxnSpLocks/>
                <a:stCxn id="33" idx="5"/>
              </p:cNvCxnSpPr>
              <p:nvPr/>
            </p:nvCxnSpPr>
            <p:spPr>
              <a:xfrm>
                <a:off x="-187519" y="1429785"/>
                <a:ext cx="952388" cy="88972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7" name="TextBox 35">
                <a:extLst>
                  <a:ext uri="{FF2B5EF4-FFF2-40B4-BE49-F238E27FC236}">
                    <a16:creationId xmlns:a16="http://schemas.microsoft.com/office/drawing/2014/main" id="{B8722991-0E68-425B-8C71-C549D84B408A}"/>
                  </a:ext>
                </a:extLst>
              </p:cNvPr>
              <p:cNvSpPr txBox="1"/>
              <p:nvPr/>
            </p:nvSpPr>
            <p:spPr>
              <a:xfrm>
                <a:off x="95103" y="1515954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/>
                  <a:t>11</a:t>
                </a:r>
              </a:p>
            </p:txBody>
          </p:sp>
          <p:cxnSp>
            <p:nvCxnSpPr>
              <p:cNvPr id="38" name="Straight Arrow Connector 20">
                <a:extLst>
                  <a:ext uri="{FF2B5EF4-FFF2-40B4-BE49-F238E27FC236}">
                    <a16:creationId xmlns:a16="http://schemas.microsoft.com/office/drawing/2014/main" id="{3B6CFF66-597F-46EA-BD4A-563A5A2DCA8F}"/>
                  </a:ext>
                </a:extLst>
              </p:cNvPr>
              <p:cNvCxnSpPr>
                <a:cxnSpLocks/>
                <a:stCxn id="33" idx="4"/>
              </p:cNvCxnSpPr>
              <p:nvPr/>
            </p:nvCxnSpPr>
            <p:spPr>
              <a:xfrm flipH="1">
                <a:off x="-631964" y="1506040"/>
                <a:ext cx="260350" cy="81346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20">
                <a:extLst>
                  <a:ext uri="{FF2B5EF4-FFF2-40B4-BE49-F238E27FC236}">
                    <a16:creationId xmlns:a16="http://schemas.microsoft.com/office/drawing/2014/main" id="{2BB87FC7-6B39-4B0A-B023-C759AEB60849}"/>
                  </a:ext>
                </a:extLst>
              </p:cNvPr>
              <p:cNvCxnSpPr>
                <a:cxnSpLocks/>
                <a:stCxn id="33" idx="4"/>
              </p:cNvCxnSpPr>
              <p:nvPr/>
            </p:nvCxnSpPr>
            <p:spPr>
              <a:xfrm>
                <a:off x="-371614" y="1506040"/>
                <a:ext cx="224820" cy="81347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0" name="TextBox 21">
                <a:extLst>
                  <a:ext uri="{FF2B5EF4-FFF2-40B4-BE49-F238E27FC236}">
                    <a16:creationId xmlns:a16="http://schemas.microsoft.com/office/drawing/2014/main" id="{6456302D-1FA0-4561-8061-0D3921BC1B8D}"/>
                  </a:ext>
                </a:extLst>
              </p:cNvPr>
              <p:cNvSpPr txBox="1"/>
              <p:nvPr/>
            </p:nvSpPr>
            <p:spPr>
              <a:xfrm>
                <a:off x="-915173" y="1868664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/>
                  <a:t>01</a:t>
                </a:r>
              </a:p>
            </p:txBody>
          </p:sp>
          <p:sp>
            <p:nvSpPr>
              <p:cNvPr id="41" name="TextBox 21">
                <a:extLst>
                  <a:ext uri="{FF2B5EF4-FFF2-40B4-BE49-F238E27FC236}">
                    <a16:creationId xmlns:a16="http://schemas.microsoft.com/office/drawing/2014/main" id="{99DB88B1-42C8-4A30-AFD0-A06075737528}"/>
                  </a:ext>
                </a:extLst>
              </p:cNvPr>
              <p:cNvSpPr txBox="1"/>
              <p:nvPr/>
            </p:nvSpPr>
            <p:spPr>
              <a:xfrm>
                <a:off x="-290519" y="1855951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/>
                  <a:t>10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C2037AE-E5B7-4EFD-A7F0-3D286EA665F0}"/>
                  </a:ext>
                </a:extLst>
              </p:cNvPr>
              <p:cNvSpPr/>
              <p:nvPr/>
            </p:nvSpPr>
            <p:spPr>
              <a:xfrm>
                <a:off x="1184955" y="4914995"/>
                <a:ext cx="3654847" cy="7320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lim>
                        </m:limLow>
                      </m:fName>
                      <m:e>
                        <m:r>
                          <m:rPr>
                            <m:sty m:val="p"/>
                          </m:rPr>
                          <a:rPr lang="en-HK" i="1" smtClean="0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Gini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func>
                    <m:r>
                      <a:rPr lang="en-HK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HK" dirty="0"/>
                  <a:t>______</a:t>
                </a:r>
                <a:r>
                  <a:rPr lang="en-US" altLang="zh-TW" dirty="0"/>
                  <a:t>______</a:t>
                </a:r>
              </a:p>
              <a:p>
                <a:r>
                  <a:rPr lang="en-US" dirty="0"/>
                  <a:t>achieved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______________</a:t>
                </a: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C2037AE-E5B7-4EFD-A7F0-3D286EA665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955" y="4914995"/>
                <a:ext cx="3654847" cy="732060"/>
              </a:xfrm>
              <a:prstGeom prst="rect">
                <a:avLst/>
              </a:prstGeom>
              <a:blipFill>
                <a:blip r:embed="rId4"/>
                <a:stretch>
                  <a:fillRect l="-1384" t="-3390" r="-346" b="-11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16B18CAE-55BF-4339-9DA6-BDA169C4D24F}"/>
              </a:ext>
            </a:extLst>
          </p:cNvPr>
          <p:cNvGrpSpPr/>
          <p:nvPr/>
        </p:nvGrpSpPr>
        <p:grpSpPr>
          <a:xfrm>
            <a:off x="5166617" y="2530939"/>
            <a:ext cx="2402868" cy="1805604"/>
            <a:chOff x="3166262" y="3708594"/>
            <a:chExt cx="2402868" cy="1805604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A06EBAFF-4AFE-489E-B9FB-C5039CC8EC82}"/>
                </a:ext>
              </a:extLst>
            </p:cNvPr>
            <p:cNvGrpSpPr/>
            <p:nvPr/>
          </p:nvGrpSpPr>
          <p:grpSpPr>
            <a:xfrm>
              <a:off x="3166262" y="4951310"/>
              <a:ext cx="2402868" cy="562888"/>
              <a:chOff x="4547011" y="3216432"/>
              <a:chExt cx="2402868" cy="562888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72" name="Content Placeholder 27">
                    <a:extLst>
                      <a:ext uri="{FF2B5EF4-FFF2-40B4-BE49-F238E27FC236}">
                        <a16:creationId xmlns:a16="http://schemas.microsoft.com/office/drawing/2014/main" id="{F60D2153-4D20-4AF8-A31E-5C8323B371F2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272875803"/>
                      </p:ext>
                    </p:extLst>
                  </p:nvPr>
                </p:nvGraphicFramePr>
                <p:xfrm>
                  <a:off x="5169688" y="3230680"/>
                  <a:ext cx="23389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33891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Choice>
            <mc:Fallback xmlns="">
              <p:graphicFrame>
                <p:nvGraphicFramePr>
                  <p:cNvPr id="72" name="Content Placeholder 27">
                    <a:extLst>
                      <a:ext uri="{FF2B5EF4-FFF2-40B4-BE49-F238E27FC236}">
                        <a16:creationId xmlns:a16="http://schemas.microsoft.com/office/drawing/2014/main" id="{F60D2153-4D20-4AF8-A31E-5C8323B371F2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272875803"/>
                      </p:ext>
                    </p:extLst>
                  </p:nvPr>
                </p:nvGraphicFramePr>
                <p:xfrm>
                  <a:off x="5169688" y="3230680"/>
                  <a:ext cx="23389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33891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73" name="Content Placeholder 27">
                    <a:extLst>
                      <a:ext uri="{FF2B5EF4-FFF2-40B4-BE49-F238E27FC236}">
                        <a16:creationId xmlns:a16="http://schemas.microsoft.com/office/drawing/2014/main" id="{73AC6009-D978-4D63-9C6F-431745B7F796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531669813"/>
                      </p:ext>
                    </p:extLst>
                  </p:nvPr>
                </p:nvGraphicFramePr>
                <p:xfrm>
                  <a:off x="4547011" y="3230680"/>
                  <a:ext cx="634856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18296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5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Choice>
            <mc:Fallback xmlns="">
              <p:graphicFrame>
                <p:nvGraphicFramePr>
                  <p:cNvPr id="73" name="Content Placeholder 27">
                    <a:extLst>
                      <a:ext uri="{FF2B5EF4-FFF2-40B4-BE49-F238E27FC236}">
                        <a16:creationId xmlns:a16="http://schemas.microsoft.com/office/drawing/2014/main" id="{73AC6009-D978-4D63-9C6F-431745B7F796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531669813"/>
                      </p:ext>
                    </p:extLst>
                  </p:nvPr>
                </p:nvGraphicFramePr>
                <p:xfrm>
                  <a:off x="4547011" y="3230680"/>
                  <a:ext cx="634856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18296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5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74" name="Content Placeholder 27">
                    <a:extLst>
                      <a:ext uri="{FF2B5EF4-FFF2-40B4-BE49-F238E27FC236}">
                        <a16:creationId xmlns:a16="http://schemas.microsoft.com/office/drawing/2014/main" id="{6562286E-1B4D-4789-8C74-D2F3A814E1E7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651526160"/>
                      </p:ext>
                    </p:extLst>
                  </p:nvPr>
                </p:nvGraphicFramePr>
                <p:xfrm>
                  <a:off x="6094096" y="3216432"/>
                  <a:ext cx="23389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33891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6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Choice>
            <mc:Fallback xmlns="">
              <p:graphicFrame>
                <p:nvGraphicFramePr>
                  <p:cNvPr id="74" name="Content Placeholder 27">
                    <a:extLst>
                      <a:ext uri="{FF2B5EF4-FFF2-40B4-BE49-F238E27FC236}">
                        <a16:creationId xmlns:a16="http://schemas.microsoft.com/office/drawing/2014/main" id="{6562286E-1B4D-4789-8C74-D2F3A814E1E7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651526160"/>
                      </p:ext>
                    </p:extLst>
                  </p:nvPr>
                </p:nvGraphicFramePr>
                <p:xfrm>
                  <a:off x="6094096" y="3216432"/>
                  <a:ext cx="23389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33891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6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75" name="Content Placeholder 27">
                    <a:extLst>
                      <a:ext uri="{FF2B5EF4-FFF2-40B4-BE49-F238E27FC236}">
                        <a16:creationId xmlns:a16="http://schemas.microsoft.com/office/drawing/2014/main" id="{D920F031-6919-416C-9C8D-5DE8B88A37AC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4264557889"/>
                      </p:ext>
                    </p:extLst>
                  </p:nvPr>
                </p:nvGraphicFramePr>
                <p:xfrm>
                  <a:off x="6315023" y="3216501"/>
                  <a:ext cx="634856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18296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4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7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8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Choice>
            <mc:Fallback xmlns="">
              <p:graphicFrame>
                <p:nvGraphicFramePr>
                  <p:cNvPr id="75" name="Content Placeholder 27">
                    <a:extLst>
                      <a:ext uri="{FF2B5EF4-FFF2-40B4-BE49-F238E27FC236}">
                        <a16:creationId xmlns:a16="http://schemas.microsoft.com/office/drawing/2014/main" id="{D920F031-6919-416C-9C8D-5DE8B88A37AC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4264557889"/>
                      </p:ext>
                    </p:extLst>
                  </p:nvPr>
                </p:nvGraphicFramePr>
                <p:xfrm>
                  <a:off x="6315023" y="3216501"/>
                  <a:ext cx="634856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18296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4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7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8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Fallback>
          </mc:AlternateContent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CEC084AC-B99E-4870-88EC-08E825E07DB8}"/>
                </a:ext>
              </a:extLst>
            </p:cNvPr>
            <p:cNvGrpSpPr/>
            <p:nvPr/>
          </p:nvGrpSpPr>
          <p:grpSpPr>
            <a:xfrm>
              <a:off x="3181536" y="3708594"/>
              <a:ext cx="2212100" cy="1256964"/>
              <a:chOff x="-1558820" y="985340"/>
              <a:chExt cx="2212100" cy="125696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Oval 9">
                    <a:extLst>
                      <a:ext uri="{FF2B5EF4-FFF2-40B4-BE49-F238E27FC236}">
                        <a16:creationId xmlns:a16="http://schemas.microsoft.com/office/drawing/2014/main" id="{DC359070-D97E-45A1-889B-85DF15F32513}"/>
                      </a:ext>
                    </a:extLst>
                  </p:cNvPr>
                  <p:cNvSpPr/>
                  <p:nvPr/>
                </p:nvSpPr>
                <p:spPr>
                  <a:xfrm>
                    <a:off x="-1379213" y="985340"/>
                    <a:ext cx="2032493" cy="520700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HK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∈{00,01}</m:t>
                          </m:r>
                        </m:oMath>
                      </m:oMathPara>
                    </a14:m>
                    <a:endParaRPr lang="en-HK" dirty="0"/>
                  </a:p>
                </p:txBody>
              </p:sp>
            </mc:Choice>
            <mc:Fallback xmlns="">
              <p:sp>
                <p:nvSpPr>
                  <p:cNvPr id="63" name="Oval 9">
                    <a:extLst>
                      <a:ext uri="{FF2B5EF4-FFF2-40B4-BE49-F238E27FC236}">
                        <a16:creationId xmlns:a16="http://schemas.microsoft.com/office/drawing/2014/main" id="{DC359070-D97E-45A1-889B-85DF15F3251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379213" y="985340"/>
                    <a:ext cx="2032493" cy="52070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4" name="Straight Arrow Connector 20">
                <a:extLst>
                  <a:ext uri="{FF2B5EF4-FFF2-40B4-BE49-F238E27FC236}">
                    <a16:creationId xmlns:a16="http://schemas.microsoft.com/office/drawing/2014/main" id="{12707A41-DB01-4EC8-90B7-6ED0EA3AF770}"/>
                  </a:ext>
                </a:extLst>
              </p:cNvPr>
              <p:cNvCxnSpPr>
                <a:cxnSpLocks/>
                <a:stCxn id="63" idx="3"/>
                <a:endCxn id="73" idx="0"/>
              </p:cNvCxnSpPr>
              <p:nvPr/>
            </p:nvCxnSpPr>
            <p:spPr>
              <a:xfrm flipH="1">
                <a:off x="-1256666" y="1429785"/>
                <a:ext cx="175105" cy="81251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5" name="TextBox 21">
                <a:extLst>
                  <a:ext uri="{FF2B5EF4-FFF2-40B4-BE49-F238E27FC236}">
                    <a16:creationId xmlns:a16="http://schemas.microsoft.com/office/drawing/2014/main" id="{CA9BAA46-81CE-48CA-BBE2-2A01E2563F5C}"/>
                  </a:ext>
                </a:extLst>
              </p:cNvPr>
              <p:cNvSpPr txBox="1"/>
              <p:nvPr/>
            </p:nvSpPr>
            <p:spPr>
              <a:xfrm>
                <a:off x="-1558820" y="1530128"/>
                <a:ext cx="2824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/>
                  <a:t>T</a:t>
                </a:r>
              </a:p>
            </p:txBody>
          </p:sp>
          <p:cxnSp>
            <p:nvCxnSpPr>
              <p:cNvPr id="66" name="Straight Arrow Connector 34">
                <a:extLst>
                  <a:ext uri="{FF2B5EF4-FFF2-40B4-BE49-F238E27FC236}">
                    <a16:creationId xmlns:a16="http://schemas.microsoft.com/office/drawing/2014/main" id="{362031A5-6BA4-4382-8291-3E72440766FE}"/>
                  </a:ext>
                </a:extLst>
              </p:cNvPr>
              <p:cNvCxnSpPr>
                <a:cxnSpLocks/>
                <a:stCxn id="63" idx="5"/>
                <a:endCxn id="75" idx="0"/>
              </p:cNvCxnSpPr>
              <p:nvPr/>
            </p:nvCxnSpPr>
            <p:spPr>
              <a:xfrm>
                <a:off x="355628" y="1429785"/>
                <a:ext cx="155718" cy="79834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7" name="TextBox 35">
                <a:extLst>
                  <a:ext uri="{FF2B5EF4-FFF2-40B4-BE49-F238E27FC236}">
                    <a16:creationId xmlns:a16="http://schemas.microsoft.com/office/drawing/2014/main" id="{B45AA827-1AD4-4E5E-BAF7-501D3986ECBC}"/>
                  </a:ext>
                </a:extLst>
              </p:cNvPr>
              <p:cNvSpPr txBox="1"/>
              <p:nvPr/>
            </p:nvSpPr>
            <p:spPr>
              <a:xfrm>
                <a:off x="150627" y="1515954"/>
                <a:ext cx="2968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/>
                  <a:t>F</a:t>
                </a:r>
              </a:p>
            </p:txBody>
          </p:sp>
        </p:grp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FE655B3-C33B-4092-A1A2-7FFF2EBADB1E}"/>
              </a:ext>
            </a:extLst>
          </p:cNvPr>
          <p:cNvGrpSpPr/>
          <p:nvPr/>
        </p:nvGrpSpPr>
        <p:grpSpPr>
          <a:xfrm>
            <a:off x="8189714" y="2487793"/>
            <a:ext cx="2402868" cy="1805604"/>
            <a:chOff x="3166262" y="3708594"/>
            <a:chExt cx="2402868" cy="1805604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BCD7F7BE-F940-4DEA-BD54-A500EB8C8975}"/>
                </a:ext>
              </a:extLst>
            </p:cNvPr>
            <p:cNvGrpSpPr/>
            <p:nvPr/>
          </p:nvGrpSpPr>
          <p:grpSpPr>
            <a:xfrm>
              <a:off x="3166262" y="4955618"/>
              <a:ext cx="2402868" cy="558580"/>
              <a:chOff x="4547011" y="3220740"/>
              <a:chExt cx="2402868" cy="558580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06" name="Content Placeholder 27">
                    <a:extLst>
                      <a:ext uri="{FF2B5EF4-FFF2-40B4-BE49-F238E27FC236}">
                        <a16:creationId xmlns:a16="http://schemas.microsoft.com/office/drawing/2014/main" id="{20272AC9-17ED-4209-94BD-9C74D4F654C7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556935146"/>
                      </p:ext>
                    </p:extLst>
                  </p:nvPr>
                </p:nvGraphicFramePr>
                <p:xfrm>
                  <a:off x="6081132" y="3220740"/>
                  <a:ext cx="23389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33891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Choice>
            <mc:Fallback xmlns="">
              <p:graphicFrame>
                <p:nvGraphicFramePr>
                  <p:cNvPr id="106" name="Content Placeholder 27">
                    <a:extLst>
                      <a:ext uri="{FF2B5EF4-FFF2-40B4-BE49-F238E27FC236}">
                        <a16:creationId xmlns:a16="http://schemas.microsoft.com/office/drawing/2014/main" id="{20272AC9-17ED-4209-94BD-9C74D4F654C7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556935146"/>
                      </p:ext>
                    </p:extLst>
                  </p:nvPr>
                </p:nvGraphicFramePr>
                <p:xfrm>
                  <a:off x="6081132" y="3220740"/>
                  <a:ext cx="23389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33891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07" name="Content Placeholder 27">
                    <a:extLst>
                      <a:ext uri="{FF2B5EF4-FFF2-40B4-BE49-F238E27FC236}">
                        <a16:creationId xmlns:a16="http://schemas.microsoft.com/office/drawing/2014/main" id="{FEAA877D-D79A-49D6-97F6-8C2B40DC4068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324069289"/>
                      </p:ext>
                    </p:extLst>
                  </p:nvPr>
                </p:nvGraphicFramePr>
                <p:xfrm>
                  <a:off x="4547011" y="3230680"/>
                  <a:ext cx="634856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18296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5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Choice>
            <mc:Fallback xmlns="">
              <p:graphicFrame>
                <p:nvGraphicFramePr>
                  <p:cNvPr id="107" name="Content Placeholder 27">
                    <a:extLst>
                      <a:ext uri="{FF2B5EF4-FFF2-40B4-BE49-F238E27FC236}">
                        <a16:creationId xmlns:a16="http://schemas.microsoft.com/office/drawing/2014/main" id="{FEAA877D-D79A-49D6-97F6-8C2B40DC4068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324069289"/>
                      </p:ext>
                    </p:extLst>
                  </p:nvPr>
                </p:nvGraphicFramePr>
                <p:xfrm>
                  <a:off x="4547011" y="3230680"/>
                  <a:ext cx="634856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18296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5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08" name="Content Placeholder 27">
                    <a:extLst>
                      <a:ext uri="{FF2B5EF4-FFF2-40B4-BE49-F238E27FC236}">
                        <a16:creationId xmlns:a16="http://schemas.microsoft.com/office/drawing/2014/main" id="{D0C36100-A1F9-4204-AEC2-268FEE9E87DE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43648185"/>
                      </p:ext>
                    </p:extLst>
                  </p:nvPr>
                </p:nvGraphicFramePr>
                <p:xfrm>
                  <a:off x="5173242" y="3230680"/>
                  <a:ext cx="23389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33891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6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Choice>
            <mc:Fallback xmlns="">
              <p:graphicFrame>
                <p:nvGraphicFramePr>
                  <p:cNvPr id="108" name="Content Placeholder 27">
                    <a:extLst>
                      <a:ext uri="{FF2B5EF4-FFF2-40B4-BE49-F238E27FC236}">
                        <a16:creationId xmlns:a16="http://schemas.microsoft.com/office/drawing/2014/main" id="{D0C36100-A1F9-4204-AEC2-268FEE9E87DE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43648185"/>
                      </p:ext>
                    </p:extLst>
                  </p:nvPr>
                </p:nvGraphicFramePr>
                <p:xfrm>
                  <a:off x="5173242" y="3230680"/>
                  <a:ext cx="23389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33891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6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09" name="Content Placeholder 27">
                    <a:extLst>
                      <a:ext uri="{FF2B5EF4-FFF2-40B4-BE49-F238E27FC236}">
                        <a16:creationId xmlns:a16="http://schemas.microsoft.com/office/drawing/2014/main" id="{A6DBA4C6-A369-434E-8CA5-E0B6994A1688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008191090"/>
                      </p:ext>
                    </p:extLst>
                  </p:nvPr>
                </p:nvGraphicFramePr>
                <p:xfrm>
                  <a:off x="6315023" y="3221471"/>
                  <a:ext cx="634856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18296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4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7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8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Choice>
            <mc:Fallback xmlns="">
              <p:graphicFrame>
                <p:nvGraphicFramePr>
                  <p:cNvPr id="109" name="Content Placeholder 27">
                    <a:extLst>
                      <a:ext uri="{FF2B5EF4-FFF2-40B4-BE49-F238E27FC236}">
                        <a16:creationId xmlns:a16="http://schemas.microsoft.com/office/drawing/2014/main" id="{A6DBA4C6-A369-434E-8CA5-E0B6994A1688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008191090"/>
                      </p:ext>
                    </p:extLst>
                  </p:nvPr>
                </p:nvGraphicFramePr>
                <p:xfrm>
                  <a:off x="6315023" y="3221471"/>
                  <a:ext cx="634856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18296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4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7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8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Fallback>
          </mc:AlternateContent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4A57BF55-B1CA-4F58-B257-D0BCB38B2B05}"/>
                </a:ext>
              </a:extLst>
            </p:cNvPr>
            <p:cNvGrpSpPr/>
            <p:nvPr/>
          </p:nvGrpSpPr>
          <p:grpSpPr>
            <a:xfrm>
              <a:off x="3181536" y="3708594"/>
              <a:ext cx="2212100" cy="1256964"/>
              <a:chOff x="-1558820" y="985340"/>
              <a:chExt cx="2212100" cy="125696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1" name="Oval 9">
                    <a:extLst>
                      <a:ext uri="{FF2B5EF4-FFF2-40B4-BE49-F238E27FC236}">
                        <a16:creationId xmlns:a16="http://schemas.microsoft.com/office/drawing/2014/main" id="{CABBA880-8843-46C1-AF22-F4A7C729E851}"/>
                      </a:ext>
                    </a:extLst>
                  </p:cNvPr>
                  <p:cNvSpPr/>
                  <p:nvPr/>
                </p:nvSpPr>
                <p:spPr>
                  <a:xfrm>
                    <a:off x="-1379213" y="985340"/>
                    <a:ext cx="2032493" cy="520700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HK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∈{00,10}</m:t>
                          </m:r>
                        </m:oMath>
                      </m:oMathPara>
                    </a14:m>
                    <a:endParaRPr lang="en-HK" dirty="0"/>
                  </a:p>
                </p:txBody>
              </p:sp>
            </mc:Choice>
            <mc:Fallback xmlns="">
              <p:sp>
                <p:nvSpPr>
                  <p:cNvPr id="101" name="Oval 9">
                    <a:extLst>
                      <a:ext uri="{FF2B5EF4-FFF2-40B4-BE49-F238E27FC236}">
                        <a16:creationId xmlns:a16="http://schemas.microsoft.com/office/drawing/2014/main" id="{CABBA880-8843-46C1-AF22-F4A7C729E85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379213" y="985340"/>
                    <a:ext cx="2032493" cy="520700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2" name="Straight Arrow Connector 20">
                <a:extLst>
                  <a:ext uri="{FF2B5EF4-FFF2-40B4-BE49-F238E27FC236}">
                    <a16:creationId xmlns:a16="http://schemas.microsoft.com/office/drawing/2014/main" id="{0FCBDBED-05A0-4753-AC2F-353AED16CABD}"/>
                  </a:ext>
                </a:extLst>
              </p:cNvPr>
              <p:cNvCxnSpPr>
                <a:cxnSpLocks/>
                <a:stCxn id="101" idx="3"/>
                <a:endCxn id="107" idx="0"/>
              </p:cNvCxnSpPr>
              <p:nvPr/>
            </p:nvCxnSpPr>
            <p:spPr>
              <a:xfrm flipH="1">
                <a:off x="-1256666" y="1429785"/>
                <a:ext cx="175105" cy="81251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3" name="TextBox 21">
                <a:extLst>
                  <a:ext uri="{FF2B5EF4-FFF2-40B4-BE49-F238E27FC236}">
                    <a16:creationId xmlns:a16="http://schemas.microsoft.com/office/drawing/2014/main" id="{67B9A94C-0C47-4709-9177-FD42510CCA10}"/>
                  </a:ext>
                </a:extLst>
              </p:cNvPr>
              <p:cNvSpPr txBox="1"/>
              <p:nvPr/>
            </p:nvSpPr>
            <p:spPr>
              <a:xfrm>
                <a:off x="-1558820" y="1530128"/>
                <a:ext cx="2824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/>
                  <a:t>T</a:t>
                </a:r>
              </a:p>
            </p:txBody>
          </p:sp>
          <p:cxnSp>
            <p:nvCxnSpPr>
              <p:cNvPr id="104" name="Straight Arrow Connector 34">
                <a:extLst>
                  <a:ext uri="{FF2B5EF4-FFF2-40B4-BE49-F238E27FC236}">
                    <a16:creationId xmlns:a16="http://schemas.microsoft.com/office/drawing/2014/main" id="{8B57BA33-CEB4-427F-9726-BDE369415A99}"/>
                  </a:ext>
                </a:extLst>
              </p:cNvPr>
              <p:cNvCxnSpPr>
                <a:cxnSpLocks/>
                <a:stCxn id="101" idx="5"/>
                <a:endCxn id="109" idx="0"/>
              </p:cNvCxnSpPr>
              <p:nvPr/>
            </p:nvCxnSpPr>
            <p:spPr>
              <a:xfrm>
                <a:off x="355628" y="1429785"/>
                <a:ext cx="155718" cy="80331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5" name="TextBox 35">
                <a:extLst>
                  <a:ext uri="{FF2B5EF4-FFF2-40B4-BE49-F238E27FC236}">
                    <a16:creationId xmlns:a16="http://schemas.microsoft.com/office/drawing/2014/main" id="{B4DEE092-2FA3-4BAA-A16F-149A6412DC7D}"/>
                  </a:ext>
                </a:extLst>
              </p:cNvPr>
              <p:cNvSpPr txBox="1"/>
              <p:nvPr/>
            </p:nvSpPr>
            <p:spPr>
              <a:xfrm>
                <a:off x="150627" y="1515954"/>
                <a:ext cx="2968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/>
                  <a:t>F</a:t>
                </a:r>
              </a:p>
            </p:txBody>
          </p:sp>
        </p:grp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EDB7BBD-965A-4681-BCA9-46F7491271A9}"/>
              </a:ext>
            </a:extLst>
          </p:cNvPr>
          <p:cNvGrpSpPr/>
          <p:nvPr/>
        </p:nvGrpSpPr>
        <p:grpSpPr>
          <a:xfrm>
            <a:off x="5222832" y="4422636"/>
            <a:ext cx="2288104" cy="1806266"/>
            <a:chOff x="3166262" y="3708594"/>
            <a:chExt cx="2288104" cy="1806266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E1E2BB63-08DC-4444-A800-581686A7FDF9}"/>
                </a:ext>
              </a:extLst>
            </p:cNvPr>
            <p:cNvGrpSpPr/>
            <p:nvPr/>
          </p:nvGrpSpPr>
          <p:grpSpPr>
            <a:xfrm>
              <a:off x="3166262" y="4965558"/>
              <a:ext cx="2288104" cy="549302"/>
              <a:chOff x="4547011" y="3230680"/>
              <a:chExt cx="2288104" cy="549302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20" name="Content Placeholder 27">
                    <a:extLst>
                      <a:ext uri="{FF2B5EF4-FFF2-40B4-BE49-F238E27FC236}">
                        <a16:creationId xmlns:a16="http://schemas.microsoft.com/office/drawing/2014/main" id="{A907B4D6-E733-490F-AF31-313B453D355C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342404231"/>
                      </p:ext>
                    </p:extLst>
                  </p:nvPr>
                </p:nvGraphicFramePr>
                <p:xfrm>
                  <a:off x="6601224" y="3230680"/>
                  <a:ext cx="23389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33891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Choice>
            <mc:Fallback xmlns="">
              <p:graphicFrame>
                <p:nvGraphicFramePr>
                  <p:cNvPr id="120" name="Content Placeholder 27">
                    <a:extLst>
                      <a:ext uri="{FF2B5EF4-FFF2-40B4-BE49-F238E27FC236}">
                        <a16:creationId xmlns:a16="http://schemas.microsoft.com/office/drawing/2014/main" id="{A907B4D6-E733-490F-AF31-313B453D355C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342404231"/>
                      </p:ext>
                    </p:extLst>
                  </p:nvPr>
                </p:nvGraphicFramePr>
                <p:xfrm>
                  <a:off x="6601224" y="3230680"/>
                  <a:ext cx="23389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33891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21" name="Content Placeholder 27">
                    <a:extLst>
                      <a:ext uri="{FF2B5EF4-FFF2-40B4-BE49-F238E27FC236}">
                        <a16:creationId xmlns:a16="http://schemas.microsoft.com/office/drawing/2014/main" id="{7C46269F-42F3-48B8-8FFF-3B818797620D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531669813"/>
                      </p:ext>
                    </p:extLst>
                  </p:nvPr>
                </p:nvGraphicFramePr>
                <p:xfrm>
                  <a:off x="4547011" y="3230680"/>
                  <a:ext cx="634856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18296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5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Choice>
            <mc:Fallback xmlns="">
              <p:graphicFrame>
                <p:nvGraphicFramePr>
                  <p:cNvPr id="121" name="Content Placeholder 27">
                    <a:extLst>
                      <a:ext uri="{FF2B5EF4-FFF2-40B4-BE49-F238E27FC236}">
                        <a16:creationId xmlns:a16="http://schemas.microsoft.com/office/drawing/2014/main" id="{7C46269F-42F3-48B8-8FFF-3B818797620D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531669813"/>
                      </p:ext>
                    </p:extLst>
                  </p:nvPr>
                </p:nvGraphicFramePr>
                <p:xfrm>
                  <a:off x="4547011" y="3230680"/>
                  <a:ext cx="634856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18296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5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22" name="Content Placeholder 27">
                    <a:extLst>
                      <a:ext uri="{FF2B5EF4-FFF2-40B4-BE49-F238E27FC236}">
                        <a16:creationId xmlns:a16="http://schemas.microsoft.com/office/drawing/2014/main" id="{97BE076A-C61A-42C3-A855-09590BD61F23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66883307"/>
                      </p:ext>
                    </p:extLst>
                  </p:nvPr>
                </p:nvGraphicFramePr>
                <p:xfrm>
                  <a:off x="6364573" y="3231342"/>
                  <a:ext cx="23389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33891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6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Choice>
            <mc:Fallback xmlns="">
              <p:graphicFrame>
                <p:nvGraphicFramePr>
                  <p:cNvPr id="122" name="Content Placeholder 27">
                    <a:extLst>
                      <a:ext uri="{FF2B5EF4-FFF2-40B4-BE49-F238E27FC236}">
                        <a16:creationId xmlns:a16="http://schemas.microsoft.com/office/drawing/2014/main" id="{97BE076A-C61A-42C3-A855-09590BD61F23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66883307"/>
                      </p:ext>
                    </p:extLst>
                  </p:nvPr>
                </p:nvGraphicFramePr>
                <p:xfrm>
                  <a:off x="6364573" y="3231342"/>
                  <a:ext cx="23389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33891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6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23" name="Content Placeholder 27">
                    <a:extLst>
                      <a:ext uri="{FF2B5EF4-FFF2-40B4-BE49-F238E27FC236}">
                        <a16:creationId xmlns:a16="http://schemas.microsoft.com/office/drawing/2014/main" id="{3F80D976-7585-41EB-8DB6-53DA1AE00E6F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290040471"/>
                      </p:ext>
                    </p:extLst>
                  </p:nvPr>
                </p:nvGraphicFramePr>
                <p:xfrm>
                  <a:off x="5174461" y="3230680"/>
                  <a:ext cx="634856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18296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4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7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8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Choice>
            <mc:Fallback xmlns="">
              <p:graphicFrame>
                <p:nvGraphicFramePr>
                  <p:cNvPr id="123" name="Content Placeholder 27">
                    <a:extLst>
                      <a:ext uri="{FF2B5EF4-FFF2-40B4-BE49-F238E27FC236}">
                        <a16:creationId xmlns:a16="http://schemas.microsoft.com/office/drawing/2014/main" id="{3F80D976-7585-41EB-8DB6-53DA1AE00E6F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290040471"/>
                      </p:ext>
                    </p:extLst>
                  </p:nvPr>
                </p:nvGraphicFramePr>
                <p:xfrm>
                  <a:off x="5174461" y="3230680"/>
                  <a:ext cx="634856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18296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4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7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8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Fallback>
          </mc:AlternateContent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7FDE3D58-2F2F-401F-BE0F-BC1168A93F13}"/>
                </a:ext>
              </a:extLst>
            </p:cNvPr>
            <p:cNvGrpSpPr/>
            <p:nvPr/>
          </p:nvGrpSpPr>
          <p:grpSpPr>
            <a:xfrm>
              <a:off x="3181536" y="3708594"/>
              <a:ext cx="2212100" cy="1270725"/>
              <a:chOff x="-1558820" y="985340"/>
              <a:chExt cx="2212100" cy="12707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Oval 9">
                    <a:extLst>
                      <a:ext uri="{FF2B5EF4-FFF2-40B4-BE49-F238E27FC236}">
                        <a16:creationId xmlns:a16="http://schemas.microsoft.com/office/drawing/2014/main" id="{3891821B-077F-4BEC-8D4D-D9D909E9ACB6}"/>
                      </a:ext>
                    </a:extLst>
                  </p:cNvPr>
                  <p:cNvSpPr/>
                  <p:nvPr/>
                </p:nvSpPr>
                <p:spPr>
                  <a:xfrm>
                    <a:off x="-1379213" y="985340"/>
                    <a:ext cx="2032493" cy="520700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HK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∈{00,11}</m:t>
                          </m:r>
                        </m:oMath>
                      </m:oMathPara>
                    </a14:m>
                    <a:endParaRPr lang="en-HK" dirty="0"/>
                  </a:p>
                </p:txBody>
              </p:sp>
            </mc:Choice>
            <mc:Fallback xmlns="">
              <p:sp>
                <p:nvSpPr>
                  <p:cNvPr id="115" name="Oval 9">
                    <a:extLst>
                      <a:ext uri="{FF2B5EF4-FFF2-40B4-BE49-F238E27FC236}">
                        <a16:creationId xmlns:a16="http://schemas.microsoft.com/office/drawing/2014/main" id="{3891821B-077F-4BEC-8D4D-D9D909E9ACB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379213" y="985340"/>
                    <a:ext cx="2032493" cy="520700"/>
                  </a:xfrm>
                  <a:prstGeom prst="ellips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6" name="Straight Arrow Connector 20">
                <a:extLst>
                  <a:ext uri="{FF2B5EF4-FFF2-40B4-BE49-F238E27FC236}">
                    <a16:creationId xmlns:a16="http://schemas.microsoft.com/office/drawing/2014/main" id="{E7F295C1-1DD3-483C-8051-B475101CD05C}"/>
                  </a:ext>
                </a:extLst>
              </p:cNvPr>
              <p:cNvCxnSpPr>
                <a:cxnSpLocks/>
                <a:stCxn id="115" idx="3"/>
                <a:endCxn id="121" idx="0"/>
              </p:cNvCxnSpPr>
              <p:nvPr/>
            </p:nvCxnSpPr>
            <p:spPr>
              <a:xfrm flipH="1">
                <a:off x="-1256666" y="1429785"/>
                <a:ext cx="175105" cy="81251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7" name="TextBox 21">
                <a:extLst>
                  <a:ext uri="{FF2B5EF4-FFF2-40B4-BE49-F238E27FC236}">
                    <a16:creationId xmlns:a16="http://schemas.microsoft.com/office/drawing/2014/main" id="{1D0C6C08-65DA-415E-AB39-890382E174F0}"/>
                  </a:ext>
                </a:extLst>
              </p:cNvPr>
              <p:cNvSpPr txBox="1"/>
              <p:nvPr/>
            </p:nvSpPr>
            <p:spPr>
              <a:xfrm>
                <a:off x="-1558820" y="1530128"/>
                <a:ext cx="2824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/>
                  <a:t>T</a:t>
                </a:r>
              </a:p>
            </p:txBody>
          </p:sp>
          <p:cxnSp>
            <p:nvCxnSpPr>
              <p:cNvPr id="118" name="Straight Arrow Connector 34">
                <a:extLst>
                  <a:ext uri="{FF2B5EF4-FFF2-40B4-BE49-F238E27FC236}">
                    <a16:creationId xmlns:a16="http://schemas.microsoft.com/office/drawing/2014/main" id="{A8B3294B-06C8-4164-A5B4-50C6B6C8B02E}"/>
                  </a:ext>
                </a:extLst>
              </p:cNvPr>
              <p:cNvCxnSpPr>
                <a:cxnSpLocks/>
                <a:stCxn id="115" idx="5"/>
              </p:cNvCxnSpPr>
              <p:nvPr/>
            </p:nvCxnSpPr>
            <p:spPr>
              <a:xfrm>
                <a:off x="355628" y="1429785"/>
                <a:ext cx="142768" cy="82628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9" name="TextBox 35">
                <a:extLst>
                  <a:ext uri="{FF2B5EF4-FFF2-40B4-BE49-F238E27FC236}">
                    <a16:creationId xmlns:a16="http://schemas.microsoft.com/office/drawing/2014/main" id="{3E6DC9CA-6302-442B-A90D-DBD2440DB3F4}"/>
                  </a:ext>
                </a:extLst>
              </p:cNvPr>
              <p:cNvSpPr txBox="1"/>
              <p:nvPr/>
            </p:nvSpPr>
            <p:spPr>
              <a:xfrm>
                <a:off x="150627" y="1515954"/>
                <a:ext cx="2968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/>
                  <a:t>F</a:t>
                </a:r>
              </a:p>
            </p:txBody>
          </p:sp>
        </p:grp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FA4AEED-D173-4668-ABA9-FACC050EAD00}"/>
              </a:ext>
            </a:extLst>
          </p:cNvPr>
          <p:cNvGrpSpPr/>
          <p:nvPr/>
        </p:nvGrpSpPr>
        <p:grpSpPr>
          <a:xfrm>
            <a:off x="8329763" y="4370207"/>
            <a:ext cx="2337557" cy="1806266"/>
            <a:chOff x="3166262" y="3708594"/>
            <a:chExt cx="2337557" cy="1806266"/>
          </a:xfrm>
        </p:grpSpPr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A352ABB9-E1C5-4411-A15F-F85B0C806C80}"/>
                </a:ext>
              </a:extLst>
            </p:cNvPr>
            <p:cNvGrpSpPr/>
            <p:nvPr/>
          </p:nvGrpSpPr>
          <p:grpSpPr>
            <a:xfrm>
              <a:off x="3166262" y="4965558"/>
              <a:ext cx="2337557" cy="549302"/>
              <a:chOff x="4547011" y="3230680"/>
              <a:chExt cx="2337557" cy="549302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36" name="Content Placeholder 27">
                    <a:extLst>
                      <a:ext uri="{FF2B5EF4-FFF2-40B4-BE49-F238E27FC236}">
                        <a16:creationId xmlns:a16="http://schemas.microsoft.com/office/drawing/2014/main" id="{C07B7F05-A507-4131-BE5F-BB48059189D5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142088399"/>
                      </p:ext>
                    </p:extLst>
                  </p:nvPr>
                </p:nvGraphicFramePr>
                <p:xfrm>
                  <a:off x="6021918" y="3230680"/>
                  <a:ext cx="23389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33891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Choice>
            <mc:Fallback xmlns="">
              <p:graphicFrame>
                <p:nvGraphicFramePr>
                  <p:cNvPr id="136" name="Content Placeholder 27">
                    <a:extLst>
                      <a:ext uri="{FF2B5EF4-FFF2-40B4-BE49-F238E27FC236}">
                        <a16:creationId xmlns:a16="http://schemas.microsoft.com/office/drawing/2014/main" id="{C07B7F05-A507-4131-BE5F-BB48059189D5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142088399"/>
                      </p:ext>
                    </p:extLst>
                  </p:nvPr>
                </p:nvGraphicFramePr>
                <p:xfrm>
                  <a:off x="6021918" y="3230680"/>
                  <a:ext cx="23389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33891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37" name="Content Placeholder 27">
                    <a:extLst>
                      <a:ext uri="{FF2B5EF4-FFF2-40B4-BE49-F238E27FC236}">
                        <a16:creationId xmlns:a16="http://schemas.microsoft.com/office/drawing/2014/main" id="{D25A42F3-A4A8-46B6-AF96-DBEAD515DAFB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531669813"/>
                      </p:ext>
                    </p:extLst>
                  </p:nvPr>
                </p:nvGraphicFramePr>
                <p:xfrm>
                  <a:off x="4547011" y="3230680"/>
                  <a:ext cx="634856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18296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5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Choice>
            <mc:Fallback xmlns="">
              <p:graphicFrame>
                <p:nvGraphicFramePr>
                  <p:cNvPr id="137" name="Content Placeholder 27">
                    <a:extLst>
                      <a:ext uri="{FF2B5EF4-FFF2-40B4-BE49-F238E27FC236}">
                        <a16:creationId xmlns:a16="http://schemas.microsoft.com/office/drawing/2014/main" id="{D25A42F3-A4A8-46B6-AF96-DBEAD515DAFB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531669813"/>
                      </p:ext>
                    </p:extLst>
                  </p:nvPr>
                </p:nvGraphicFramePr>
                <p:xfrm>
                  <a:off x="4547011" y="3230680"/>
                  <a:ext cx="634856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18296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5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0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38" name="Content Placeholder 27">
                    <a:extLst>
                      <a:ext uri="{FF2B5EF4-FFF2-40B4-BE49-F238E27FC236}">
                        <a16:creationId xmlns:a16="http://schemas.microsoft.com/office/drawing/2014/main" id="{2E975933-1F87-4497-AA82-DCCABC867210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062457654"/>
                      </p:ext>
                    </p:extLst>
                  </p:nvPr>
                </p:nvGraphicFramePr>
                <p:xfrm>
                  <a:off x="5785267" y="3231342"/>
                  <a:ext cx="23389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33891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6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Choice>
            <mc:Fallback xmlns="">
              <p:graphicFrame>
                <p:nvGraphicFramePr>
                  <p:cNvPr id="138" name="Content Placeholder 27">
                    <a:extLst>
                      <a:ext uri="{FF2B5EF4-FFF2-40B4-BE49-F238E27FC236}">
                        <a16:creationId xmlns:a16="http://schemas.microsoft.com/office/drawing/2014/main" id="{2E975933-1F87-4497-AA82-DCCABC867210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062457654"/>
                      </p:ext>
                    </p:extLst>
                  </p:nvPr>
                </p:nvGraphicFramePr>
                <p:xfrm>
                  <a:off x="5785267" y="3231342"/>
                  <a:ext cx="233891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33891">
                          <a:extLst>
                            <a:ext uri="{9D8B030D-6E8A-4147-A177-3AD203B41FA5}">
                              <a16:colId xmlns:a16="http://schemas.microsoft.com/office/drawing/2014/main" val="1616932205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6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2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39" name="Content Placeholder 27">
                    <a:extLst>
                      <a:ext uri="{FF2B5EF4-FFF2-40B4-BE49-F238E27FC236}">
                        <a16:creationId xmlns:a16="http://schemas.microsoft.com/office/drawing/2014/main" id="{BC4E6C4E-57E7-4F27-991B-C198B8A21B78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748771415"/>
                      </p:ext>
                    </p:extLst>
                  </p:nvPr>
                </p:nvGraphicFramePr>
                <p:xfrm>
                  <a:off x="6249712" y="3230680"/>
                  <a:ext cx="634856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18296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4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7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8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Choice>
            <mc:Fallback xmlns="">
              <p:graphicFrame>
                <p:nvGraphicFramePr>
                  <p:cNvPr id="139" name="Content Placeholder 27">
                    <a:extLst>
                      <a:ext uri="{FF2B5EF4-FFF2-40B4-BE49-F238E27FC236}">
                        <a16:creationId xmlns:a16="http://schemas.microsoft.com/office/drawing/2014/main" id="{BC4E6C4E-57E7-4F27-991B-C198B8A21B78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748771415"/>
                      </p:ext>
                    </p:extLst>
                  </p:nvPr>
                </p:nvGraphicFramePr>
                <p:xfrm>
                  <a:off x="6249712" y="3230680"/>
                  <a:ext cx="634856" cy="548640"/>
                </p:xfrm>
                <a:graphic>
                  <a:graphicData uri="http://schemas.openxmlformats.org/drawingml/2006/table">
                    <a:tbl>
                      <a:tblPr firstRow="1" bandRow="1">
                        <a:tableStyleId>{2D5ABB26-0587-4C30-8999-92F81FD0307C}</a:tableStyleId>
                      </a:tblPr>
                      <a:tblGrid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398199886"/>
                            </a:ext>
                          </a:extLst>
                        </a:gridCol>
                        <a:gridCol w="218296">
                          <a:extLst>
                            <a:ext uri="{9D8B030D-6E8A-4147-A177-3AD203B41FA5}">
                              <a16:colId xmlns:a16="http://schemas.microsoft.com/office/drawing/2014/main" val="1751438753"/>
                            </a:ext>
                          </a:extLst>
                        </a:gridCol>
                        <a:gridCol w="208280">
                          <a:extLst>
                            <a:ext uri="{9D8B030D-6E8A-4147-A177-3AD203B41FA5}">
                              <a16:colId xmlns:a16="http://schemas.microsoft.com/office/drawing/2014/main" val="3121447777"/>
                            </a:ext>
                          </a:extLst>
                        </a:gridCol>
                      </a:tblGrid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4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7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8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>
                              <a:noFill/>
                            </a:lnT>
                            <a:lnB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344450256"/>
                          </a:ext>
                        </a:extLst>
                      </a:tr>
                      <a:tr h="260350"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1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>
                                  <a:solidFill>
                                    <a:schemeClr val="tx1"/>
                                  </a:solidFill>
                                </a:rPr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r>
                                <a:rPr lang="en-HK" sz="1200"/>
                                <a:t>3</a:t>
                              </a:r>
                            </a:p>
                          </a:txBody>
                          <a:tcPr>
                            <a:lnL w="12700" cap="flat" cmpd="sng" algn="ctr">
                              <a:noFill/>
                              <a:prstDash val="solid"/>
                              <a:round/>
                              <a:headEnd type="none" w="med" len="med"/>
                              <a:tailEnd type="none" w="med" len="med"/>
                            </a:lnL>
                            <a:lnR>
                              <a:noFill/>
                            </a:lnR>
                            <a:lnT w="12700" cap="flat" cmpd="sng" algn="ctr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T>
                            <a:lnB>
                              <a:noFill/>
                            </a:lnB>
                            <a:lnTlToBr w="12700" cmpd="sng">
                              <a:noFill/>
                              <a:prstDash val="solid"/>
                            </a:lnTlToBr>
                            <a:lnBlToTr w="12700" cmpd="sng">
                              <a:noFill/>
                              <a:prstDash val="solid"/>
                            </a:lnBlToT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2525275585"/>
                          </a:ext>
                        </a:extLst>
                      </a:tr>
                    </a:tbl>
                  </a:graphicData>
                </a:graphic>
              </p:graphicFrame>
            </mc:Fallback>
          </mc:AlternateContent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6CF1AC65-63F7-406A-9792-C4F73E892F50}"/>
                </a:ext>
              </a:extLst>
            </p:cNvPr>
            <p:cNvGrpSpPr/>
            <p:nvPr/>
          </p:nvGrpSpPr>
          <p:grpSpPr>
            <a:xfrm>
              <a:off x="3181536" y="3708594"/>
              <a:ext cx="2212100" cy="1270725"/>
              <a:chOff x="-1558820" y="985340"/>
              <a:chExt cx="2212100" cy="12707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1" name="Oval 9">
                    <a:extLst>
                      <a:ext uri="{FF2B5EF4-FFF2-40B4-BE49-F238E27FC236}">
                        <a16:creationId xmlns:a16="http://schemas.microsoft.com/office/drawing/2014/main" id="{9C647E01-B29E-434B-9E68-115D148B8903}"/>
                      </a:ext>
                    </a:extLst>
                  </p:cNvPr>
                  <p:cNvSpPr/>
                  <p:nvPr/>
                </p:nvSpPr>
                <p:spPr>
                  <a:xfrm>
                    <a:off x="-1379213" y="985340"/>
                    <a:ext cx="2032493" cy="520700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HK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∈{00}</m:t>
                          </m:r>
                        </m:oMath>
                      </m:oMathPara>
                    </a14:m>
                    <a:endParaRPr lang="en-HK" dirty="0"/>
                  </a:p>
                </p:txBody>
              </p:sp>
            </mc:Choice>
            <mc:Fallback xmlns="">
              <p:sp>
                <p:nvSpPr>
                  <p:cNvPr id="131" name="Oval 9">
                    <a:extLst>
                      <a:ext uri="{FF2B5EF4-FFF2-40B4-BE49-F238E27FC236}">
                        <a16:creationId xmlns:a16="http://schemas.microsoft.com/office/drawing/2014/main" id="{9C647E01-B29E-434B-9E68-115D148B890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379213" y="985340"/>
                    <a:ext cx="2032493" cy="520700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2" name="Straight Arrow Connector 20">
                <a:extLst>
                  <a:ext uri="{FF2B5EF4-FFF2-40B4-BE49-F238E27FC236}">
                    <a16:creationId xmlns:a16="http://schemas.microsoft.com/office/drawing/2014/main" id="{7FBA0030-FF07-4042-9A39-8073D4D93949}"/>
                  </a:ext>
                </a:extLst>
              </p:cNvPr>
              <p:cNvCxnSpPr>
                <a:cxnSpLocks/>
                <a:stCxn id="131" idx="3"/>
                <a:endCxn id="137" idx="0"/>
              </p:cNvCxnSpPr>
              <p:nvPr/>
            </p:nvCxnSpPr>
            <p:spPr>
              <a:xfrm flipH="1">
                <a:off x="-1256666" y="1429785"/>
                <a:ext cx="175105" cy="81251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3" name="TextBox 21">
                <a:extLst>
                  <a:ext uri="{FF2B5EF4-FFF2-40B4-BE49-F238E27FC236}">
                    <a16:creationId xmlns:a16="http://schemas.microsoft.com/office/drawing/2014/main" id="{2A0A8F14-EC7C-44B2-8AD9-337EE805DFF6}"/>
                  </a:ext>
                </a:extLst>
              </p:cNvPr>
              <p:cNvSpPr txBox="1"/>
              <p:nvPr/>
            </p:nvSpPr>
            <p:spPr>
              <a:xfrm>
                <a:off x="-1558820" y="1530128"/>
                <a:ext cx="2824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/>
                  <a:t>T</a:t>
                </a:r>
              </a:p>
            </p:txBody>
          </p:sp>
          <p:cxnSp>
            <p:nvCxnSpPr>
              <p:cNvPr id="134" name="Straight Arrow Connector 34">
                <a:extLst>
                  <a:ext uri="{FF2B5EF4-FFF2-40B4-BE49-F238E27FC236}">
                    <a16:creationId xmlns:a16="http://schemas.microsoft.com/office/drawing/2014/main" id="{61EF9644-E6C8-4E77-B617-22CC74B6606B}"/>
                  </a:ext>
                </a:extLst>
              </p:cNvPr>
              <p:cNvCxnSpPr>
                <a:cxnSpLocks/>
                <a:stCxn id="131" idx="5"/>
              </p:cNvCxnSpPr>
              <p:nvPr/>
            </p:nvCxnSpPr>
            <p:spPr>
              <a:xfrm>
                <a:off x="355628" y="1429785"/>
                <a:ext cx="142768" cy="82628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5" name="TextBox 35">
                <a:extLst>
                  <a:ext uri="{FF2B5EF4-FFF2-40B4-BE49-F238E27FC236}">
                    <a16:creationId xmlns:a16="http://schemas.microsoft.com/office/drawing/2014/main" id="{C7BF14BF-6409-40DC-8907-F0DADFD8BCD3}"/>
                  </a:ext>
                </a:extLst>
              </p:cNvPr>
              <p:cNvSpPr txBox="1"/>
              <p:nvPr/>
            </p:nvSpPr>
            <p:spPr>
              <a:xfrm>
                <a:off x="150627" y="1515954"/>
                <a:ext cx="2968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/>
                  <a:t>F</a:t>
                </a:r>
              </a:p>
            </p:txBody>
          </p:sp>
        </p:grp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E98BAC2C-B5BB-4749-BD29-FED538CE5001}"/>
              </a:ext>
            </a:extLst>
          </p:cNvPr>
          <p:cNvSpPr txBox="1"/>
          <p:nvPr/>
        </p:nvSpPr>
        <p:spPr>
          <a:xfrm>
            <a:off x="10806963" y="485157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5100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14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37E05-83E1-41A0-835F-890C3C372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 by split information</a:t>
            </a:r>
            <a:endParaRPr lang="en-H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4A4EB8-2287-471D-97D4-8A31F7D126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HK" sz="2000" dirty="0">
                    <a:hlinkClick r:id="rId2"/>
                  </a:rPr>
                  <a:t>C4.5</a:t>
                </a:r>
                <a:r>
                  <a:rPr lang="en-HK" sz="2000" dirty="0"/>
                  <a:t>/J48 allows </a:t>
                </a:r>
                <a:r>
                  <a:rPr lang="en-HK" sz="2000" b="1" dirty="0"/>
                  <a:t>m</a:t>
                </a:r>
                <a:r>
                  <a:rPr lang="en-HK" sz="2000" dirty="0"/>
                  <a:t>___________ split but uses </a:t>
                </a:r>
                <a:r>
                  <a:rPr lang="en-HK" sz="2000" b="1" dirty="0"/>
                  <a:t>information gain ratio</a:t>
                </a:r>
                <a:r>
                  <a:rPr lang="en-HK" sz="2000" dirty="0"/>
                  <a:t> </a:t>
                </a:r>
              </a:p>
              <a:p>
                <a:pPr marL="0" indent="0">
                  <a:buNone/>
                </a:pPr>
                <a:r>
                  <a:rPr lang="en-HK" sz="2000" b="0" dirty="0"/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HK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Gain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 i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HK" sz="2000">
                                <a:latin typeface="Cambria Math" panose="02040503050406030204" pitchFamily="18" charset="0"/>
                              </a:rPr>
                              <m:t>SplitInfo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 i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HK" sz="2000" dirty="0"/>
                  <a:t>      where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HK" sz="2000">
                            <a:latin typeface="Cambria Math" panose="02040503050406030204" pitchFamily="18" charset="0"/>
                          </a:rPr>
                          <m:t>SplitInfo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supHide m:val="on"/>
                        <m:ctrlPr>
                          <a:rPr lang="en-HK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HK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f>
                          <m:fPr>
                            <m:ctrlPr>
                              <a:rPr lang="en-HK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HK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HK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K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HK" sz="20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HK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HK" sz="20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den>
                        </m:f>
                        <m:func>
                          <m:funcPr>
                            <m:ctrlPr>
                              <a:rPr lang="en-HK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HK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HK" sz="20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HK" sz="2000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f>
                              <m:fPr>
                                <m:ctrlPr>
                                  <a:rPr lang="en-HK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HK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HK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HK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HK" sz="2000" i="1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  <m:sub>
                                        <m:r>
                                          <a:rPr lang="en-HK" sz="20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lit/>
                                  </m:rPr>
                                  <a:rPr lang="en-HK" sz="20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HK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HK" sz="2000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den>
                            </m:f>
                          </m:e>
                        </m:func>
                      </m:e>
                    </m:nary>
                    <m:r>
                      <a:rPr lang="en-HK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HK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HK" sz="1800">
                            <a:latin typeface="Cambria Math" panose="02040503050406030204" pitchFamily="18" charset="0"/>
                          </a:rPr>
                          <m:t>SplitInfo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i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HK" sz="1800" dirty="0"/>
                  <a:t>is the entropy of ______________________</a:t>
                </a:r>
                <a:r>
                  <a:rPr lang="en-US" altLang="zh-TW" sz="1800" dirty="0"/>
                  <a:t> because __________________.</a:t>
                </a:r>
              </a:p>
              <a:p>
                <a:pPr lvl="1"/>
                <a:r>
                  <a:rPr lang="en-HK" sz="1800" dirty="0"/>
                  <a:t>Attributes with many outcomes </a:t>
                </a:r>
                <a:r>
                  <a:rPr lang="en-US" sz="1800" dirty="0"/>
                  <a:t>tend to have </a:t>
                </a:r>
                <a:r>
                  <a:rPr lang="en-US" sz="1800" u="sng" dirty="0"/>
                  <a:t>smaller/larger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HK" sz="1800">
                            <a:latin typeface="Cambria Math" panose="02040503050406030204" pitchFamily="18" charset="0"/>
                          </a:rPr>
                          <m:t>SplitInfo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i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18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4A4EB8-2287-471D-97D4-8A31F7D126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94" t="-10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FFF10-C715-4AF7-9350-0C259AE17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115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79E86E-4C39-47B7-B95C-B2F397D38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avoid overfitting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1B8FA4-C371-48F5-922E-217740EA6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P__-pruning</a:t>
            </a:r>
            <a:r>
              <a:rPr lang="en-US" sz="2000" dirty="0"/>
              <a:t>: Limit the size of the tree as we build it. E.g.,</a:t>
            </a:r>
          </a:p>
          <a:p>
            <a:pPr lvl="1"/>
            <a:r>
              <a:rPr lang="en-US" sz="1800" dirty="0"/>
              <a:t>Ensure each node is supported by enough examples. </a:t>
            </a:r>
            <a:br>
              <a:rPr lang="en-US" sz="1800" dirty="0"/>
            </a:br>
            <a:r>
              <a:rPr lang="en-US" sz="1800" dirty="0"/>
              <a:t>(C4.5: minimum number of objects.)</a:t>
            </a:r>
          </a:p>
          <a:p>
            <a:pPr lvl="1"/>
            <a:r>
              <a:rPr lang="en-US" sz="1800" dirty="0"/>
              <a:t>Split only if we are confident enough about the improvement. </a:t>
            </a:r>
            <a:br>
              <a:rPr lang="en-US" sz="1800" dirty="0"/>
            </a:br>
            <a:r>
              <a:rPr lang="en-US" sz="1800" dirty="0"/>
              <a:t>(C4.5: confidence factor.)</a:t>
            </a:r>
          </a:p>
          <a:p>
            <a:r>
              <a:rPr lang="en-US" sz="2000" b="1" dirty="0"/>
              <a:t>P__-pruning</a:t>
            </a:r>
            <a:r>
              <a:rPr lang="en-US" sz="2000" dirty="0"/>
              <a:t>: Reduce the size of the tree after we build it. E.g.,</a:t>
            </a:r>
          </a:p>
          <a:p>
            <a:pPr lvl="1"/>
            <a:r>
              <a:rPr lang="en-US" sz="1800" dirty="0"/>
              <a:t>Contract leaf nodes if complexity outweighs the risk. </a:t>
            </a:r>
            <a:br>
              <a:rPr lang="en-US" sz="1800" dirty="0"/>
            </a:br>
            <a:r>
              <a:rPr lang="en-US" sz="1800" dirty="0"/>
              <a:t>(CART: </a:t>
            </a:r>
            <a:r>
              <a:rPr lang="en-US" sz="1800" b="1" dirty="0"/>
              <a:t>cost-complexity pruning</a:t>
            </a:r>
            <a:r>
              <a:rPr lang="en-US" sz="1800" dirty="0"/>
              <a:t>)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274A59-721B-4E52-87E2-888DB0D0B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274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CA1CD-81E0-4137-B5C0-D0AFAE8B7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0A529-E868-4FE4-AF48-6649AD3C4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8.1 Basic Concepts</a:t>
            </a:r>
          </a:p>
          <a:p>
            <a:r>
              <a:rPr lang="en-HK" dirty="0"/>
              <a:t>8.2 Decision Tree Induction</a:t>
            </a:r>
          </a:p>
          <a:p>
            <a:r>
              <a:rPr lang="en-HK" dirty="0"/>
              <a:t>Optional readings</a:t>
            </a:r>
          </a:p>
          <a:p>
            <a:pPr lvl="1"/>
            <a:r>
              <a:rPr lang="en-US" dirty="0">
                <a:hlinkClick r:id="rId2"/>
              </a:rPr>
              <a:t>https://en.wikipedia.org/wiki/C4.5_algorithm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Cover, T., &amp; Thomas, J. (2006). </a:t>
            </a:r>
            <a:r>
              <a:rPr lang="en-US" i="1" dirty="0">
                <a:hlinkClick r:id="rId3"/>
              </a:rPr>
              <a:t>Elements of information theory</a:t>
            </a:r>
            <a:r>
              <a:rPr lang="en-US" dirty="0">
                <a:hlinkClick r:id="rId3"/>
              </a:rPr>
              <a:t> (2nd ed.). Hoboken, N.J.: Wiley-</a:t>
            </a:r>
            <a:r>
              <a:rPr lang="en-US" dirty="0" err="1">
                <a:hlinkClick r:id="rId3"/>
              </a:rPr>
              <a:t>Interscience</a:t>
            </a:r>
            <a:r>
              <a:rPr lang="en-US" dirty="0"/>
              <a:t>. Chapter 1 and 2.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61440-D1EB-43FD-B558-A9C5E61B1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9504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5914</TotalTime>
  <Words>2966</Words>
  <Application>Microsoft Macintosh PowerPoint</Application>
  <PresentationFormat>Widescreen</PresentationFormat>
  <Paragraphs>1043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Consolas</vt:lpstr>
      <vt:lpstr>Arial</vt:lpstr>
      <vt:lpstr>Century Gothic</vt:lpstr>
      <vt:lpstr>Cambria Math</vt:lpstr>
      <vt:lpstr>Calibri</vt:lpstr>
      <vt:lpstr>Wingdings 3</vt:lpstr>
      <vt:lpstr>Wisp</vt:lpstr>
      <vt:lpstr>Classification: Decision Tree Induction</vt:lpstr>
      <vt:lpstr>What is a decision tree?</vt:lpstr>
      <vt:lpstr>How to classify? Trace from root to leaves</vt:lpstr>
      <vt:lpstr>How to build a decision stump?</vt:lpstr>
      <vt:lpstr>Binary splits for numeric attributes</vt:lpstr>
      <vt:lpstr>How to build a decision tree? Greedy algorithm (See Han11 Fig 8.3 for the full version)</vt:lpstr>
      <vt:lpstr>How to find good splitting attribute?</vt:lpstr>
      <vt:lpstr>PowerPoint Presentation</vt:lpstr>
      <vt:lpstr>PowerPoint Presentation</vt:lpstr>
      <vt:lpstr>PowerPoint Presentation</vt:lpstr>
      <vt:lpstr>Issue of greedy algorithm</vt:lpstr>
      <vt:lpstr>How to remain greedy but not myopic?</vt:lpstr>
      <vt:lpstr>Gini impurity index</vt:lpstr>
      <vt:lpstr>Why it works?</vt:lpstr>
      <vt:lpstr>Finding the best split using Gini impurity</vt:lpstr>
      <vt:lpstr>An impurity measure from information theory Shannon’s entropy</vt:lpstr>
      <vt:lpstr>Why it works?</vt:lpstr>
      <vt:lpstr>Finding the best split by conditional entropy</vt:lpstr>
      <vt:lpstr>Which impurity measure is used?</vt:lpstr>
      <vt:lpstr>PowerPoint Presentation</vt:lpstr>
      <vt:lpstr>Bias towards attributes with many outcomes</vt:lpstr>
      <vt:lpstr>Binary split also for nominal attributes</vt:lpstr>
      <vt:lpstr>Normalization by split information</vt:lpstr>
      <vt:lpstr>How to avoid overfitting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Chung Chan (INC)</dc:creator>
  <cp:lastModifiedBy>Prof. CHAN Chung</cp:lastModifiedBy>
  <cp:revision>2</cp:revision>
  <dcterms:created xsi:type="dcterms:W3CDTF">2017-12-10T05:05:47Z</dcterms:created>
  <dcterms:modified xsi:type="dcterms:W3CDTF">2025-02-06T01:11:46Z</dcterms:modified>
</cp:coreProperties>
</file>